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2" r:id="rId3"/>
    <p:sldId id="264" r:id="rId4"/>
    <p:sldId id="260" r:id="rId5"/>
    <p:sldId id="261" r:id="rId6"/>
    <p:sldId id="258" r:id="rId7"/>
    <p:sldId id="259" r:id="rId8"/>
    <p:sldId id="263" r:id="rId9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77" d="100"/>
          <a:sy n="77" d="100"/>
        </p:scale>
        <p:origin x="84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auman" userId="b4990c641f0077cd" providerId="LiveId" clId="{6DEDCE68-9D2E-4C8C-9998-BD219A3A306C}"/>
    <pc:docChg chg="undo custSel addSld modSld">
      <pc:chgData name="Daniel Bauman" userId="b4990c641f0077cd" providerId="LiveId" clId="{6DEDCE68-9D2E-4C8C-9998-BD219A3A306C}" dt="2026-03-03T05:36:49.728" v="385" actId="931"/>
      <pc:docMkLst>
        <pc:docMk/>
      </pc:docMkLst>
      <pc:sldChg chg="addSp delSp modSp new mod">
        <pc:chgData name="Daniel Bauman" userId="b4990c641f0077cd" providerId="LiveId" clId="{6DEDCE68-9D2E-4C8C-9998-BD219A3A306C}" dt="2026-03-03T05:36:49.728" v="385" actId="931"/>
        <pc:sldMkLst>
          <pc:docMk/>
          <pc:sldMk cId="3365830087" sldId="263"/>
        </pc:sldMkLst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3" creationId="{4B8A6FBF-3397-ABC7-FE8C-5C06F78066DA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5" creationId="{FEDCF395-86DE-3062-59B9-413FA1D6F9E1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7" creationId="{34E70C03-6112-87C3-AF89-F756ACC34697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9" creationId="{1D90D720-C212-4F03-3A81-C8779D2BB1C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340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579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042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591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3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816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302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60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319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944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E944E-439C-4400-9867-B448A42A17A7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37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12" Type="http://schemas.openxmlformats.org/officeDocument/2006/relationships/image" Target="../media/image18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24.png"/><Relationship Id="rId12" Type="http://schemas.openxmlformats.org/officeDocument/2006/relationships/image" Target="../media/image27.png"/><Relationship Id="rId17" Type="http://schemas.openxmlformats.org/officeDocument/2006/relationships/image" Target="../media/image16.png"/><Relationship Id="rId2" Type="http://schemas.openxmlformats.org/officeDocument/2006/relationships/image" Target="../media/image20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22.png"/><Relationship Id="rId1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21.png"/><Relationship Id="rId9" Type="http://schemas.openxmlformats.org/officeDocument/2006/relationships/image" Target="../media/image13.png"/><Relationship Id="rId1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34.png"/><Relationship Id="rId1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6.png"/><Relationship Id="rId12" Type="http://schemas.openxmlformats.org/officeDocument/2006/relationships/image" Target="../media/image33.png"/><Relationship Id="rId17" Type="http://schemas.openxmlformats.org/officeDocument/2006/relationships/image" Target="../media/image16.png"/><Relationship Id="rId2" Type="http://schemas.openxmlformats.org/officeDocument/2006/relationships/image" Target="../media/image29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32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1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image" Target="../media/image34.png"/><Relationship Id="rId4" Type="http://schemas.openxmlformats.org/officeDocument/2006/relationships/image" Target="../media/image23.png"/><Relationship Id="rId9" Type="http://schemas.openxmlformats.org/officeDocument/2006/relationships/image" Target="../media/image33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2.png"/><Relationship Id="rId2" Type="http://schemas.openxmlformats.org/officeDocument/2006/relationships/image" Target="../media/image37.png"/><Relationship Id="rId16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13" Type="http://schemas.openxmlformats.org/officeDocument/2006/relationships/image" Target="../media/image60.png"/><Relationship Id="rId18" Type="http://schemas.openxmlformats.org/officeDocument/2006/relationships/image" Target="../media/image65.png"/><Relationship Id="rId3" Type="http://schemas.openxmlformats.org/officeDocument/2006/relationships/image" Target="../media/image55.png"/><Relationship Id="rId7" Type="http://schemas.openxmlformats.org/officeDocument/2006/relationships/image" Target="../media/image540.png"/><Relationship Id="rId12" Type="http://schemas.openxmlformats.org/officeDocument/2006/relationships/image" Target="../media/image59.png"/><Relationship Id="rId17" Type="http://schemas.openxmlformats.org/officeDocument/2006/relationships/image" Target="../media/image64.png"/><Relationship Id="rId2" Type="http://schemas.openxmlformats.org/officeDocument/2006/relationships/image" Target="../media/image54.png"/><Relationship Id="rId16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0.png"/><Relationship Id="rId11" Type="http://schemas.openxmlformats.org/officeDocument/2006/relationships/image" Target="../media/image58.png"/><Relationship Id="rId5" Type="http://schemas.openxmlformats.org/officeDocument/2006/relationships/image" Target="../media/image57.png"/><Relationship Id="rId15" Type="http://schemas.openxmlformats.org/officeDocument/2006/relationships/image" Target="../media/image62.png"/><Relationship Id="rId10" Type="http://schemas.openxmlformats.org/officeDocument/2006/relationships/image" Target="../media/image570.png"/><Relationship Id="rId4" Type="http://schemas.openxmlformats.org/officeDocument/2006/relationships/image" Target="../media/image56.png"/><Relationship Id="rId9" Type="http://schemas.openxmlformats.org/officeDocument/2006/relationships/image" Target="../media/image560.png"/><Relationship Id="rId14" Type="http://schemas.openxmlformats.org/officeDocument/2006/relationships/image" Target="../media/image6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B9652838-4A8D-130F-3663-F14AB8C68262}"/>
              </a:ext>
            </a:extLst>
          </p:cNvPr>
          <p:cNvGrpSpPr/>
          <p:nvPr/>
        </p:nvGrpSpPr>
        <p:grpSpPr>
          <a:xfrm>
            <a:off x="2501908" y="3454401"/>
            <a:ext cx="11351879" cy="3202606"/>
            <a:chOff x="469905" y="2311400"/>
            <a:chExt cx="11351879" cy="32026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/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A665099-E36D-F0CB-2F5E-F2F2E1DC4197}"/>
                </a:ext>
              </a:extLst>
            </p:cNvPr>
            <p:cNvSpPr/>
            <p:nvPr/>
          </p:nvSpPr>
          <p:spPr>
            <a:xfrm>
              <a:off x="1005790" y="291894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F35FE9A-C0A1-51AA-FD9F-B5C41C3EC96A}"/>
                </a:ext>
              </a:extLst>
            </p:cNvPr>
            <p:cNvGrpSpPr/>
            <p:nvPr/>
          </p:nvGrpSpPr>
          <p:grpSpPr>
            <a:xfrm>
              <a:off x="2139495" y="2929048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1A8E56B-9FD6-AF83-A8C8-038157C1DB6F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2ED24B6-B8ED-2C04-AAD7-D1F07904B93E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3F55597-31DE-A6A4-BE5D-35B72C36E10E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EDABC5-4D46-B0D3-AC85-B181C9FC3127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2503DED-5DEE-2FB3-F9D1-8F98C2DFB885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8F5048C-0D76-7145-962F-59F5BAC23019}"/>
                </a:ext>
              </a:extLst>
            </p:cNvPr>
            <p:cNvGrpSpPr/>
            <p:nvPr/>
          </p:nvGrpSpPr>
          <p:grpSpPr>
            <a:xfrm>
              <a:off x="4568278" y="2934550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31E2E0D-0233-DCBC-D556-B7FF7D150EF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A304B03-A658-C015-BE3E-9692F6FAB29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35C6900-A3C2-AE6B-D675-5F3DE383650B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6B111AE-65BA-0D5C-8DD0-46BB876E5A2F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67B1DB1-80C6-239B-D3E3-C6371D25C46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F3539C8-A0CD-2C26-CF1A-55AA1A9C675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6544042-76D3-DB2F-E143-618E581199F7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7147131-433B-D58E-083E-3DFA57A00773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17C9B29-EE48-CDFC-0E8F-A34FB5366063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05C1831-9DE7-6FA0-F0BB-CE6E2A026C50}"/>
                </a:ext>
              </a:extLst>
            </p:cNvPr>
            <p:cNvGrpSpPr/>
            <p:nvPr/>
          </p:nvGrpSpPr>
          <p:grpSpPr>
            <a:xfrm>
              <a:off x="7625863" y="2934550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58FC28F-8476-AA9C-9A20-8210AF7E4F3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2769C78-B04A-9CBA-3619-7D4D3815CDD0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AA36855-F231-4933-F6DF-945F6292100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F911975-FE57-6E3C-ED7C-A87FFDBB5FE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549AC232-3B3D-BA0A-C104-E2B65114683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06E82B1-6521-194F-90AB-F40FE1F9BDD9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2AEC07-2C9F-D0C9-02FD-A76DFA7A6B43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A6A1145-3508-9B88-480C-B50001AA3CDD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4FF349B-BED2-B67F-F175-1956D1B4B613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33C6CDB6-7044-78DA-E584-912691CDF7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6F503CA8-B48C-6694-908F-A98314BE27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0A1F1C1-1041-A4D9-A907-62A387FB3A93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8A62B2B-8C6B-836F-E3E1-22B3756DA4C4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E64D0D98-DE1F-3283-9069-ADF66169A1C1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/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/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/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/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/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9F1C397-5156-01F8-75B0-669AC694C54E}"/>
                </a:ext>
              </a:extLst>
            </p:cNvPr>
            <p:cNvSpPr/>
            <p:nvPr/>
          </p:nvSpPr>
          <p:spPr>
            <a:xfrm>
              <a:off x="469905" y="2311400"/>
              <a:ext cx="11302920" cy="32004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3E408BB-7DB6-F8D9-BB50-7BDFD14A6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4555" y="2313606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0408771-B6F2-7B2B-994E-1C9E12EF3F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693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1A63972-8165-743D-CC4F-DF9DF4FB32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935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/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/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/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/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/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/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/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/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/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/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/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9784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9E93-D451-17DF-E265-5392402C2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8F9E73AB-5408-E74A-7286-E2715E43DA50}"/>
              </a:ext>
            </a:extLst>
          </p:cNvPr>
          <p:cNvGrpSpPr/>
          <p:nvPr/>
        </p:nvGrpSpPr>
        <p:grpSpPr>
          <a:xfrm>
            <a:off x="2501908" y="3454402"/>
            <a:ext cx="11351879" cy="3407645"/>
            <a:chOff x="469907" y="3454400"/>
            <a:chExt cx="11351879" cy="34076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/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B5E4F1E-DA06-D655-6A14-D7BD7557C355}"/>
                </a:ext>
              </a:extLst>
            </p:cNvPr>
            <p:cNvSpPr/>
            <p:nvPr/>
          </p:nvSpPr>
          <p:spPr>
            <a:xfrm>
              <a:off x="1005792" y="406194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8D0738F-1234-8182-A098-5FACEC383D1D}"/>
                </a:ext>
              </a:extLst>
            </p:cNvPr>
            <p:cNvGrpSpPr/>
            <p:nvPr/>
          </p:nvGrpSpPr>
          <p:grpSpPr>
            <a:xfrm>
              <a:off x="2139497" y="4072049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FB504A79-C9E8-5F5D-2712-494AC118710D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79DF1B27-A902-5286-D868-90E1319FC02B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8B1CE7-D220-8B65-BB58-841601A815CD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8305963-C95C-8861-CC7C-B30B2C97107F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70792C5-09B5-9873-0B79-3E67050139AD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FDB6F18-4F56-4F68-AB8A-9A4ED9404CBD}"/>
                </a:ext>
              </a:extLst>
            </p:cNvPr>
            <p:cNvGrpSpPr/>
            <p:nvPr/>
          </p:nvGrpSpPr>
          <p:grpSpPr>
            <a:xfrm>
              <a:off x="4568280" y="4077551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08586EB-1F91-A3D5-A572-5DDB32BFC4E4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A3D0B4F-B0A9-F225-97EB-6C082071886C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2BD7315-F929-6E45-0773-7A7C6F568C3F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DB30560-5822-A368-55DD-103248A48729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EE370B6-C0F6-931E-0DDF-26D62363E108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A8C4976-AA51-303A-DC3D-64F6D4A06468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47E8468-80B3-F7B5-C12D-D7599610C986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DA840A1-D639-D28F-627F-9BEABF3CFA69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6BF1079-A48A-1B30-354C-39D05B8FCFF4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38C3E7C-01FC-4880-800A-16C4C2E98067}"/>
                </a:ext>
              </a:extLst>
            </p:cNvPr>
            <p:cNvGrpSpPr/>
            <p:nvPr/>
          </p:nvGrpSpPr>
          <p:grpSpPr>
            <a:xfrm>
              <a:off x="7625865" y="4077551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79D43D5D-DCA4-30B9-433A-B54CC088842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319E84B-FE4A-0848-1D75-57D5BF3EB4C4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E6035F-E4BF-5B66-E01A-A3E115A749E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BDEE3A6-F4BC-0109-D3EE-04E2280DA7BE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D3C62D2-D4F7-DF09-1254-53E8CABC497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EDA0048-A047-B629-5440-4DFE39AB33E4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19ABCD-A4F5-EB3E-9748-95FA57B6B805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6434B90-55D3-4A48-9BEF-BB75336AA279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EB49FA3C-C922-80EE-FC9F-C39996AF64CD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7FC5E2B-1CA9-2F84-B83B-693ED69DEC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468764D-E602-3A7E-A708-EE07DBD45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3E429E3-E41E-74FD-BF6A-1E5915949BDE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D97F270-07E9-9673-E7BB-12095EFAF862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62034F6B-8AAD-8FE7-F44F-B3EF88C92179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/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/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/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/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/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0ACB0E9-8D82-D668-68A7-1D1068A40EDA}"/>
                </a:ext>
              </a:extLst>
            </p:cNvPr>
            <p:cNvSpPr/>
            <p:nvPr/>
          </p:nvSpPr>
          <p:spPr>
            <a:xfrm>
              <a:off x="469907" y="3454400"/>
              <a:ext cx="11302920" cy="34076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E07CD3B-4079-CBE4-6499-340943F12D9A}"/>
                </a:ext>
              </a:extLst>
            </p:cNvPr>
            <p:cNvCxnSpPr>
              <a:cxnSpLocks/>
            </p:cNvCxnSpPr>
            <p:nvPr/>
          </p:nvCxnSpPr>
          <p:spPr>
            <a:xfrm>
              <a:off x="1724557" y="3456607"/>
              <a:ext cx="0" cy="340543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C07CDDA-4A02-10E9-2E28-EC7BDADB6191}"/>
                </a:ext>
              </a:extLst>
            </p:cNvPr>
            <p:cNvCxnSpPr>
              <a:cxnSpLocks/>
            </p:cNvCxnSpPr>
            <p:nvPr/>
          </p:nvCxnSpPr>
          <p:spPr>
            <a:xfrm>
              <a:off x="41693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2F091DA-840D-BB81-F02A-444C5502C952}"/>
                </a:ext>
              </a:extLst>
            </p:cNvPr>
            <p:cNvCxnSpPr>
              <a:cxnSpLocks/>
            </p:cNvCxnSpPr>
            <p:nvPr/>
          </p:nvCxnSpPr>
          <p:spPr>
            <a:xfrm>
              <a:off x="72935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/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/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/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/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/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/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/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/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/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/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/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350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7922A-415E-56DF-A627-72EE207D8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85C1D2D-8A85-1F97-968F-4574421417C4}"/>
              </a:ext>
            </a:extLst>
          </p:cNvPr>
          <p:cNvGrpSpPr/>
          <p:nvPr/>
        </p:nvGrpSpPr>
        <p:grpSpPr>
          <a:xfrm>
            <a:off x="1683994" y="3495144"/>
            <a:ext cx="12720009" cy="3314528"/>
            <a:chOff x="1683994" y="3495144"/>
            <a:chExt cx="12720009" cy="331452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7EBA020-F881-0A4D-4E88-27F15E966C33}"/>
                </a:ext>
              </a:extLst>
            </p:cNvPr>
            <p:cNvGrpSpPr/>
            <p:nvPr/>
          </p:nvGrpSpPr>
          <p:grpSpPr>
            <a:xfrm>
              <a:off x="1683994" y="3495144"/>
              <a:ext cx="772327" cy="1085155"/>
              <a:chOff x="656020" y="3487274"/>
              <a:chExt cx="772326" cy="108515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3A6DE2DF-FE11-331C-D96B-3825BE041C9B}"/>
                      </a:ext>
                    </a:extLst>
                  </p:cNvPr>
                  <p:cNvSpPr txBox="1"/>
                  <p:nvPr/>
                </p:nvSpPr>
                <p:spPr>
                  <a:xfrm>
                    <a:off x="771724" y="3487274"/>
                    <a:ext cx="648318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3A6DE2DF-FE11-331C-D96B-3825BE041C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1724" y="3487274"/>
                    <a:ext cx="648318" cy="5847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76F1AA3-7973-3EA2-0037-1ABED2DCCDF7}"/>
                  </a:ext>
                </a:extLst>
              </p:cNvPr>
              <p:cNvSpPr/>
              <p:nvPr/>
            </p:nvSpPr>
            <p:spPr>
              <a:xfrm>
                <a:off x="1005792" y="4061941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E5FD6670-F3A6-2439-FF2A-6B606D2F17E3}"/>
                      </a:ext>
                    </a:extLst>
                  </p:cNvPr>
                  <p:cNvSpPr txBox="1"/>
                  <p:nvPr/>
                </p:nvSpPr>
                <p:spPr>
                  <a:xfrm>
                    <a:off x="656020" y="4264652"/>
                    <a:ext cx="772326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E5FD6670-F3A6-2439-FF2A-6B606D2F17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6020" y="4264652"/>
                    <a:ext cx="772326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259F8A-099A-2906-C181-F82A6A7A93CB}"/>
                </a:ext>
              </a:extLst>
            </p:cNvPr>
            <p:cNvGrpSpPr/>
            <p:nvPr/>
          </p:nvGrpSpPr>
          <p:grpSpPr>
            <a:xfrm>
              <a:off x="3137096" y="3495144"/>
              <a:ext cx="2318849" cy="3308899"/>
              <a:chOff x="1792170" y="3487274"/>
              <a:chExt cx="2318849" cy="3308897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0F769FCC-A313-C14B-FEB4-D91A88F2098F}"/>
                  </a:ext>
                </a:extLst>
              </p:cNvPr>
              <p:cNvGrpSpPr/>
              <p:nvPr/>
            </p:nvGrpSpPr>
            <p:grpSpPr>
              <a:xfrm>
                <a:off x="2139497" y="4072049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4" name="Straight Connector 3">
                  <a:extLst>
                    <a:ext uri="{FF2B5EF4-FFF2-40B4-BE49-F238E27FC236}">
                      <a16:creationId xmlns:a16="http://schemas.microsoft.com/office/drawing/2014/main" id="{20029E5B-23CC-1A25-8BF8-172F85964C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Straight Connector 4">
                  <a:extLst>
                    <a:ext uri="{FF2B5EF4-FFF2-40B4-BE49-F238E27FC236}">
                      <a16:creationId xmlns:a16="http://schemas.microsoft.com/office/drawing/2014/main" id="{4C0EC84A-A9EA-9D37-6DA4-590E184A83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CB49A3FD-99A2-913C-8DDA-2E98749C23AC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6F4C470F-C536-653E-61E4-E53BFFF9F810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236FFBE8-304C-B4B8-932C-5301FA7408E6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3784EAD7-52D0-0476-E0F7-B4161869C9BC}"/>
                      </a:ext>
                    </a:extLst>
                  </p:cNvPr>
                  <p:cNvSpPr txBox="1"/>
                  <p:nvPr/>
                </p:nvSpPr>
                <p:spPr>
                  <a:xfrm>
                    <a:off x="2617187" y="3487274"/>
                    <a:ext cx="657809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3784EAD7-52D0-0476-E0F7-B4161869C9B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17187" y="3487274"/>
                    <a:ext cx="657809" cy="5847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41E629F3-19F4-67D5-1714-C2A358791B28}"/>
                      </a:ext>
                    </a:extLst>
                  </p:cNvPr>
                  <p:cNvSpPr txBox="1"/>
                  <p:nvPr/>
                </p:nvSpPr>
                <p:spPr>
                  <a:xfrm>
                    <a:off x="2403787" y="6426839"/>
                    <a:ext cx="108337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41E629F3-19F4-67D5-1714-C2A358791B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03787" y="6426839"/>
                    <a:ext cx="108337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F52AAC01-C02F-B4E2-CD8A-92B05BBB9720}"/>
                      </a:ext>
                    </a:extLst>
                  </p:cNvPr>
                  <p:cNvSpPr txBox="1"/>
                  <p:nvPr/>
                </p:nvSpPr>
                <p:spPr>
                  <a:xfrm>
                    <a:off x="1792170" y="4841603"/>
                    <a:ext cx="90858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F52AAC01-C02F-B4E2-CD8A-92B05BBB97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2170" y="4841603"/>
                    <a:ext cx="90858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9F4991D3-75C5-C89E-F7E9-A93A82DA1B2A}"/>
                      </a:ext>
                    </a:extLst>
                  </p:cNvPr>
                  <p:cNvSpPr txBox="1"/>
                  <p:nvPr/>
                </p:nvSpPr>
                <p:spPr>
                  <a:xfrm>
                    <a:off x="3202437" y="4848197"/>
                    <a:ext cx="90858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=0.8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9F4991D3-75C5-C89E-F7E9-A93A82DA1B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02437" y="4848197"/>
                    <a:ext cx="908582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36754D-B2E5-CC2E-652C-777BC90BB90E}"/>
                </a:ext>
              </a:extLst>
            </p:cNvPr>
            <p:cNvGrpSpPr/>
            <p:nvPr/>
          </p:nvGrpSpPr>
          <p:grpSpPr>
            <a:xfrm>
              <a:off x="6220138" y="3495144"/>
              <a:ext cx="3105419" cy="3308899"/>
              <a:chOff x="4221370" y="3522650"/>
              <a:chExt cx="3105418" cy="3308898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033645A8-89F6-6ED5-48D8-BE91788B4555}"/>
                  </a:ext>
                </a:extLst>
              </p:cNvPr>
              <p:cNvGrpSpPr/>
              <p:nvPr/>
            </p:nvGrpSpPr>
            <p:grpSpPr>
              <a:xfrm>
                <a:off x="4568280" y="4077551"/>
                <a:ext cx="2294764" cy="1358413"/>
                <a:chOff x="4971143" y="667304"/>
                <a:chExt cx="2294764" cy="1358413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93846DC9-7C58-1281-AE4F-5CF1065B6B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5651038" y="1052627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DEFEAA0D-A625-FA49-5FBD-81A3CAB11E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4971143" y="1052628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11B7070-0385-DAEE-0AA4-459BB34268AD}"/>
                    </a:ext>
                  </a:extLst>
                </p:cNvPr>
                <p:cNvSpPr/>
                <p:nvPr/>
              </p:nvSpPr>
              <p:spPr>
                <a:xfrm>
                  <a:off x="4983056" y="1255070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0EE52CC6-62E8-CBC8-481B-18346A301F4B}"/>
                    </a:ext>
                  </a:extLst>
                </p:cNvPr>
                <p:cNvSpPr/>
                <p:nvPr/>
              </p:nvSpPr>
              <p:spPr>
                <a:xfrm>
                  <a:off x="5666561" y="667304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C9623BDF-C453-6EF8-391B-052455549D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6351507" y="164039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5CE822A6-A806-34A2-0F9A-6AC099F7C8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5651036" y="164039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F3842499-32B0-7F64-326F-D0B86B39DBF8}"/>
                    </a:ext>
                  </a:extLst>
                </p:cNvPr>
                <p:cNvSpPr/>
                <p:nvPr/>
              </p:nvSpPr>
              <p:spPr>
                <a:xfrm>
                  <a:off x="5666560" y="184283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F7607263-9399-97C5-72AC-D11FF01756FA}"/>
                    </a:ext>
                  </a:extLst>
                </p:cNvPr>
                <p:cNvSpPr/>
                <p:nvPr/>
              </p:nvSpPr>
              <p:spPr>
                <a:xfrm>
                  <a:off x="7067504" y="184283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809CE249-0439-5A70-C424-33F144F3F4A8}"/>
                    </a:ext>
                  </a:extLst>
                </p:cNvPr>
                <p:cNvSpPr/>
                <p:nvPr/>
              </p:nvSpPr>
              <p:spPr>
                <a:xfrm>
                  <a:off x="6367030" y="125507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11D3AF3-77ED-E4A2-AB09-67785C450618}"/>
                      </a:ext>
                    </a:extLst>
                  </p:cNvPr>
                  <p:cNvSpPr txBox="1"/>
                  <p:nvPr/>
                </p:nvSpPr>
                <p:spPr>
                  <a:xfrm>
                    <a:off x="5076509" y="3522650"/>
                    <a:ext cx="657809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11D3AF3-77ED-E4A2-AB09-67785C4506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6509" y="3522650"/>
                    <a:ext cx="657809" cy="5847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07F96083-0ACC-3CA8-C15A-FCA987D03C06}"/>
                      </a:ext>
                    </a:extLst>
                  </p:cNvPr>
                  <p:cNvSpPr txBox="1"/>
                  <p:nvPr/>
                </p:nvSpPr>
                <p:spPr>
                  <a:xfrm>
                    <a:off x="4221370" y="4841603"/>
                    <a:ext cx="90858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07F96083-0ACC-3CA8-C15A-FCA987D03C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1370" y="4841603"/>
                    <a:ext cx="90858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A3F464E2-17FE-1D74-D8F3-F8708E312CA1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498" y="5477903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A3F464E2-17FE-1D74-D8F3-F8708E312C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498" y="5477903"/>
                    <a:ext cx="1007968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67E929E4-6A2C-3FA4-7704-1438A4F65EA9}"/>
                      </a:ext>
                    </a:extLst>
                  </p:cNvPr>
                  <p:cNvSpPr txBox="1"/>
                  <p:nvPr/>
                </p:nvSpPr>
                <p:spPr>
                  <a:xfrm>
                    <a:off x="6318820" y="5477903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=0.56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67E929E4-6A2C-3FA4-7704-1438A4F65E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18820" y="5477903"/>
                    <a:ext cx="1007968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67F7DFF-E6E4-DFD4-F8FB-94D79822E1EA}"/>
                      </a:ext>
                    </a:extLst>
                  </p:cNvPr>
                  <p:cNvSpPr txBox="1"/>
                  <p:nvPr/>
                </p:nvSpPr>
                <p:spPr>
                  <a:xfrm>
                    <a:off x="4813450" y="6462216"/>
                    <a:ext cx="108337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=0.3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267F7DFF-E6E4-DFD4-F8FB-94D79822E1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3450" y="6462216"/>
                    <a:ext cx="1083374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7AC82C0-5BF2-CE5F-0711-716D2050C38C}"/>
                </a:ext>
              </a:extLst>
            </p:cNvPr>
            <p:cNvGrpSpPr/>
            <p:nvPr/>
          </p:nvGrpSpPr>
          <p:grpSpPr>
            <a:xfrm>
              <a:off x="9875723" y="3504829"/>
              <a:ext cx="4528280" cy="3304843"/>
              <a:chOff x="7293507" y="3491329"/>
              <a:chExt cx="4528279" cy="3304843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639FA642-53A1-160B-4262-0EBFA7402DD0}"/>
                  </a:ext>
                </a:extLst>
              </p:cNvPr>
              <p:cNvGrpSpPr/>
              <p:nvPr/>
            </p:nvGrpSpPr>
            <p:grpSpPr>
              <a:xfrm>
                <a:off x="7625865" y="4077551"/>
                <a:ext cx="3716287" cy="1946179"/>
                <a:chOff x="5769913" y="4111470"/>
                <a:chExt cx="3716287" cy="1946179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BCECC1E-2409-A6B3-DA40-0D18E0FBB8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7871331" y="4496793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2653C9C-3758-D112-CB63-95E231FAB7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6363422" y="4790679"/>
                  <a:ext cx="18288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5C2F1CA2-B6D7-2DDE-DB29-F1D10086C63E}"/>
                    </a:ext>
                  </a:extLst>
                </p:cNvPr>
                <p:cNvSpPr/>
                <p:nvPr/>
              </p:nvSpPr>
              <p:spPr>
                <a:xfrm>
                  <a:off x="7886854" y="4111470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478899E-30B5-550E-E86D-E89642DA10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8571800" y="5084560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48358010-2A1B-AD0D-9919-A40C7CA00A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200000">
                  <a:off x="7871329" y="5084560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4517BFC-661A-AFFA-9A94-B7081B63EB61}"/>
                    </a:ext>
                  </a:extLst>
                </p:cNvPr>
                <p:cNvSpPr/>
                <p:nvPr/>
              </p:nvSpPr>
              <p:spPr>
                <a:xfrm>
                  <a:off x="7886853" y="5287003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D7ED737-25A5-93F0-B414-600EBC250B04}"/>
                    </a:ext>
                  </a:extLst>
                </p:cNvPr>
                <p:cNvSpPr/>
                <p:nvPr/>
              </p:nvSpPr>
              <p:spPr>
                <a:xfrm>
                  <a:off x="9287797" y="5287003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28AE2D6B-C6B5-D7AB-AD84-7B5FA8DAD3A2}"/>
                    </a:ext>
                  </a:extLst>
                </p:cNvPr>
                <p:cNvSpPr/>
                <p:nvPr/>
              </p:nvSpPr>
              <p:spPr>
                <a:xfrm>
                  <a:off x="8587323" y="4699237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E48D03F3-2741-CBF1-3491-67B1EAF7F5D6}"/>
                    </a:ext>
                  </a:extLst>
                </p:cNvPr>
                <p:cNvGrpSpPr/>
                <p:nvPr/>
              </p:nvGrpSpPr>
              <p:grpSpPr>
                <a:xfrm>
                  <a:off x="5769913" y="5287003"/>
                  <a:ext cx="1614871" cy="770646"/>
                  <a:chOff x="2822398" y="2103601"/>
                  <a:chExt cx="1614871" cy="770646"/>
                </a:xfrm>
              </p:grpSpPr>
              <p:cxnSp>
                <p:nvCxnSpPr>
                  <p:cNvPr id="33" name="Straight Connector 32">
                    <a:extLst>
                      <a:ext uri="{FF2B5EF4-FFF2-40B4-BE49-F238E27FC236}">
                        <a16:creationId xmlns:a16="http://schemas.microsoft.com/office/drawing/2014/main" id="{E86CB0EA-B9D2-8549-A7DB-7DCE2D3D2CA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>
                    <a:off x="3522869" y="2488924"/>
                    <a:ext cx="914400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FDA90818-C226-1DF2-CD13-5C6630FAA7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>
                    <a:off x="2822398" y="2488924"/>
                    <a:ext cx="914400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Oval 34">
                    <a:extLst>
                      <a:ext uri="{FF2B5EF4-FFF2-40B4-BE49-F238E27FC236}">
                        <a16:creationId xmlns:a16="http://schemas.microsoft.com/office/drawing/2014/main" id="{D6460631-92BE-0D38-4785-F5C3B76C53F1}"/>
                      </a:ext>
                    </a:extLst>
                  </p:cNvPr>
                  <p:cNvSpPr/>
                  <p:nvPr/>
                </p:nvSpPr>
                <p:spPr>
                  <a:xfrm>
                    <a:off x="2837922" y="2691367"/>
                    <a:ext cx="182880" cy="182880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D78989C4-CD3D-C950-4A76-72411E74D60F}"/>
                      </a:ext>
                    </a:extLst>
                  </p:cNvPr>
                  <p:cNvSpPr/>
                  <p:nvPr/>
                </p:nvSpPr>
                <p:spPr>
                  <a:xfrm>
                    <a:off x="4238866" y="2691367"/>
                    <a:ext cx="182880" cy="182880"/>
                  </a:xfrm>
                  <a:prstGeom prst="ellipse">
                    <a:avLst/>
                  </a:prstGeom>
                </p:spPr>
                <p:style>
                  <a:lnRef idx="2">
                    <a:schemeClr val="accent6">
                      <a:shade val="15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CC647302-7EFA-44CD-B606-F134DD1A4E85}"/>
                      </a:ext>
                    </a:extLst>
                  </p:cNvPr>
                  <p:cNvSpPr/>
                  <p:nvPr/>
                </p:nvSpPr>
                <p:spPr>
                  <a:xfrm>
                    <a:off x="3538392" y="2103601"/>
                    <a:ext cx="182880" cy="182880"/>
                  </a:xfrm>
                  <a:prstGeom prst="ellipse">
                    <a:avLst/>
                  </a:prstGeom>
                  <a:solidFill>
                    <a:srgbClr val="FF0000"/>
                  </a:solidFill>
                </p:spPr>
                <p:style>
                  <a:lnRef idx="1">
                    <a:schemeClr val="dk1"/>
                  </a:lnRef>
                  <a:fillRef idx="3">
                    <a:schemeClr val="dk1"/>
                  </a:fillRef>
                  <a:effectRef idx="2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8D5ABD3D-1288-DD66-DD54-F22DA5B554CF}"/>
                      </a:ext>
                    </a:extLst>
                  </p:cNvPr>
                  <p:cNvSpPr txBox="1"/>
                  <p:nvPr/>
                </p:nvSpPr>
                <p:spPr>
                  <a:xfrm>
                    <a:off x="9538728" y="3491329"/>
                    <a:ext cx="645754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8D5ABD3D-1288-DD66-DD54-F22DA5B554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38728" y="3491329"/>
                    <a:ext cx="645754" cy="5847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6ECA6091-DAF1-19C4-9668-D5630CBCD771}"/>
                      </a:ext>
                    </a:extLst>
                  </p:cNvPr>
                  <p:cNvSpPr txBox="1"/>
                  <p:nvPr/>
                </p:nvSpPr>
                <p:spPr>
                  <a:xfrm>
                    <a:off x="9292559" y="6426840"/>
                    <a:ext cx="108337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=0.9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6ECA6091-DAF1-19C4-9668-D5630CBCD7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92559" y="6426840"/>
                    <a:ext cx="1083374" cy="36933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3EEDCFD4-BE4D-7F35-B4A4-7E401C4AC9A6}"/>
                      </a:ext>
                    </a:extLst>
                  </p:cNvPr>
                  <p:cNvSpPr txBox="1"/>
                  <p:nvPr/>
                </p:nvSpPr>
                <p:spPr>
                  <a:xfrm>
                    <a:off x="9393496" y="5451579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=0.24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3EEDCFD4-BE4D-7F35-B4A4-7E401C4AC9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93496" y="5451579"/>
                    <a:ext cx="1007968" cy="30777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E1CC4E4E-4C89-568C-90D8-DD887CF6FAF5}"/>
                      </a:ext>
                    </a:extLst>
                  </p:cNvPr>
                  <p:cNvSpPr txBox="1"/>
                  <p:nvPr/>
                </p:nvSpPr>
                <p:spPr>
                  <a:xfrm>
                    <a:off x="10813818" y="5451579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=0.56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E1CC4E4E-4C89-568C-90D8-DD887CF6FA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13818" y="5451579"/>
                    <a:ext cx="1007968" cy="30777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F9A0199-27BE-67A4-14AF-BAA714671FD1}"/>
                      </a:ext>
                    </a:extLst>
                  </p:cNvPr>
                  <p:cNvSpPr txBox="1"/>
                  <p:nvPr/>
                </p:nvSpPr>
                <p:spPr>
                  <a:xfrm>
                    <a:off x="7293507" y="6053190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=0.18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F9A0199-27BE-67A4-14AF-BAA714671F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93507" y="6053190"/>
                    <a:ext cx="1007968" cy="30777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4D8B1EEE-D0D1-B2A4-D774-758C66992E47}"/>
                      </a:ext>
                    </a:extLst>
                  </p:cNvPr>
                  <p:cNvSpPr txBox="1"/>
                  <p:nvPr/>
                </p:nvSpPr>
                <p:spPr>
                  <a:xfrm>
                    <a:off x="8713829" y="6053190"/>
                    <a:ext cx="1007968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=0.02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4D8B1EEE-D0D1-B2A4-D774-758C66992E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13829" y="6053190"/>
                    <a:ext cx="1007968" cy="30777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739435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53BD-4DF5-F5A7-AF99-4F6D51C1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/>
              <p:nvPr/>
            </p:nvSpPr>
            <p:spPr>
              <a:xfrm>
                <a:off x="2501907" y="792627"/>
                <a:ext cx="64831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907" y="792627"/>
                <a:ext cx="64831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62572A94-2E43-B375-995F-36D80A0CEE3D}"/>
              </a:ext>
            </a:extLst>
          </p:cNvPr>
          <p:cNvSpPr/>
          <p:nvPr/>
        </p:nvSpPr>
        <p:spPr>
          <a:xfrm>
            <a:off x="2734626" y="1989608"/>
            <a:ext cx="182880" cy="18288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8117478-55F4-D299-F74F-DA4E7B50B395}"/>
              </a:ext>
            </a:extLst>
          </p:cNvPr>
          <p:cNvGrpSpPr/>
          <p:nvPr/>
        </p:nvGrpSpPr>
        <p:grpSpPr>
          <a:xfrm>
            <a:off x="3150228" y="1895513"/>
            <a:ext cx="1614871" cy="770646"/>
            <a:chOff x="2822398" y="2103601"/>
            <a:chExt cx="1614871" cy="77064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A06D125-7520-9FFB-93C6-BFDD9AF82E8D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3522869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B65FAC3-40DA-95C5-7793-D81F52938E46}"/>
                </a:ext>
              </a:extLst>
            </p:cNvPr>
            <p:cNvCxnSpPr>
              <a:cxnSpLocks/>
            </p:cNvCxnSpPr>
            <p:nvPr/>
          </p:nvCxnSpPr>
          <p:spPr>
            <a:xfrm rot="-2400000">
              <a:off x="2822398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921DDD9-BC24-75D6-A846-40EED1AD057B}"/>
                </a:ext>
              </a:extLst>
            </p:cNvPr>
            <p:cNvSpPr/>
            <p:nvPr/>
          </p:nvSpPr>
          <p:spPr>
            <a:xfrm>
              <a:off x="2837922" y="269136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1D8694-C68C-D727-09D0-6DE836863F60}"/>
                </a:ext>
              </a:extLst>
            </p:cNvPr>
            <p:cNvSpPr/>
            <p:nvPr/>
          </p:nvSpPr>
          <p:spPr>
            <a:xfrm>
              <a:off x="4238866" y="2691367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0980643-AF4A-28DA-56AD-B5D7A18E054B}"/>
                </a:ext>
              </a:extLst>
            </p:cNvPr>
            <p:cNvSpPr/>
            <p:nvPr/>
          </p:nvSpPr>
          <p:spPr>
            <a:xfrm>
              <a:off x="3538392" y="210360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074FAD4-F15B-F77B-5884-7A823A2E4F94}"/>
              </a:ext>
            </a:extLst>
          </p:cNvPr>
          <p:cNvGrpSpPr/>
          <p:nvPr/>
        </p:nvGrpSpPr>
        <p:grpSpPr>
          <a:xfrm>
            <a:off x="5357062" y="1798829"/>
            <a:ext cx="2294764" cy="1358413"/>
            <a:chOff x="4971143" y="667304"/>
            <a:chExt cx="2294764" cy="135841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174E5D9-1FB8-11C1-38CD-88A04CA2F07F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5651038" y="1052627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9A65649-5C6A-011B-AC8C-D028FF4C8FEA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4971143" y="1052628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D70EF6-7DB5-7B30-C7C2-C12B8E764F05}"/>
                </a:ext>
              </a:extLst>
            </p:cNvPr>
            <p:cNvSpPr/>
            <p:nvPr/>
          </p:nvSpPr>
          <p:spPr>
            <a:xfrm>
              <a:off x="4983056" y="125507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A356DFD-3A87-4F91-5BF8-9E9B345C5E20}"/>
                </a:ext>
              </a:extLst>
            </p:cNvPr>
            <p:cNvSpPr/>
            <p:nvPr/>
          </p:nvSpPr>
          <p:spPr>
            <a:xfrm>
              <a:off x="5666561" y="667304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45814BD-AF52-454C-CFDB-4660938D69B7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6351507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7A01F6F-C5B1-8036-B239-F2DFF89A1172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5651036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5AF0356-6F61-FDA5-C56C-EEDAF236BE8E}"/>
                </a:ext>
              </a:extLst>
            </p:cNvPr>
            <p:cNvSpPr/>
            <p:nvPr/>
          </p:nvSpPr>
          <p:spPr>
            <a:xfrm>
              <a:off x="5666560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FE1D55B-E01F-8D07-5E51-0AADEDDBE729}"/>
                </a:ext>
              </a:extLst>
            </p:cNvPr>
            <p:cNvSpPr/>
            <p:nvPr/>
          </p:nvSpPr>
          <p:spPr>
            <a:xfrm>
              <a:off x="7067504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BC5787B-87B1-79DA-32E4-D2CB7E4120AE}"/>
                </a:ext>
              </a:extLst>
            </p:cNvPr>
            <p:cNvSpPr/>
            <p:nvPr/>
          </p:nvSpPr>
          <p:spPr>
            <a:xfrm>
              <a:off x="6367030" y="125507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0A8427-75C2-AE69-4833-C8475D159B45}"/>
              </a:ext>
            </a:extLst>
          </p:cNvPr>
          <p:cNvCxnSpPr>
            <a:cxnSpLocks/>
          </p:cNvCxnSpPr>
          <p:nvPr/>
        </p:nvCxnSpPr>
        <p:spPr>
          <a:xfrm rot="2400000">
            <a:off x="10201867" y="1744964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83D89C-B472-4A1C-29B6-2171366662AD}"/>
              </a:ext>
            </a:extLst>
          </p:cNvPr>
          <p:cNvCxnSpPr>
            <a:cxnSpLocks/>
          </p:cNvCxnSpPr>
          <p:nvPr/>
        </p:nvCxnSpPr>
        <p:spPr>
          <a:xfrm rot="19200000">
            <a:off x="8693958" y="2038850"/>
            <a:ext cx="182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9A0EBEB-47B0-7D39-8CA9-27B257903C29}"/>
              </a:ext>
            </a:extLst>
          </p:cNvPr>
          <p:cNvSpPr/>
          <p:nvPr/>
        </p:nvSpPr>
        <p:spPr>
          <a:xfrm>
            <a:off x="10217390" y="1359641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3E9D88B-C81C-EB6A-D91D-772DBC62D46B}"/>
              </a:ext>
            </a:extLst>
          </p:cNvPr>
          <p:cNvCxnSpPr>
            <a:cxnSpLocks/>
          </p:cNvCxnSpPr>
          <p:nvPr/>
        </p:nvCxnSpPr>
        <p:spPr>
          <a:xfrm rot="2400000">
            <a:off x="11456652" y="2915756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5773B0C-4387-39C3-DB85-F477255A9C20}"/>
              </a:ext>
            </a:extLst>
          </p:cNvPr>
          <p:cNvCxnSpPr>
            <a:cxnSpLocks/>
          </p:cNvCxnSpPr>
          <p:nvPr/>
        </p:nvCxnSpPr>
        <p:spPr>
          <a:xfrm rot="19200000">
            <a:off x="10201865" y="2332731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47BEB6C-EE52-CC9C-D1F3-E3F3FA0642E6}"/>
              </a:ext>
            </a:extLst>
          </p:cNvPr>
          <p:cNvSpPr/>
          <p:nvPr/>
        </p:nvSpPr>
        <p:spPr>
          <a:xfrm>
            <a:off x="12081208" y="1194519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DDB0A1D-F023-A82B-436B-D32F9C4BD5CD}"/>
              </a:ext>
            </a:extLst>
          </p:cNvPr>
          <p:cNvSpPr/>
          <p:nvPr/>
        </p:nvSpPr>
        <p:spPr>
          <a:xfrm>
            <a:off x="12172648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100D77-514E-1935-0D7D-672B75F2B065}"/>
              </a:ext>
            </a:extLst>
          </p:cNvPr>
          <p:cNvSpPr/>
          <p:nvPr/>
        </p:nvSpPr>
        <p:spPr>
          <a:xfrm>
            <a:off x="10917859" y="1947408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AF3716-7977-11C4-39C1-B919A4A03960}"/>
              </a:ext>
            </a:extLst>
          </p:cNvPr>
          <p:cNvCxnSpPr>
            <a:cxnSpLocks/>
          </p:cNvCxnSpPr>
          <p:nvPr/>
        </p:nvCxnSpPr>
        <p:spPr>
          <a:xfrm rot="2400000">
            <a:off x="8800920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D1E583-C08A-5B55-4798-7314ED323284}"/>
              </a:ext>
            </a:extLst>
          </p:cNvPr>
          <p:cNvCxnSpPr>
            <a:cxnSpLocks/>
          </p:cNvCxnSpPr>
          <p:nvPr/>
        </p:nvCxnSpPr>
        <p:spPr>
          <a:xfrm rot="19200000">
            <a:off x="8100449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CA2D1237-B5BF-3A0B-D470-B07DB1A5D0E0}"/>
              </a:ext>
            </a:extLst>
          </p:cNvPr>
          <p:cNvSpPr/>
          <p:nvPr/>
        </p:nvSpPr>
        <p:spPr>
          <a:xfrm>
            <a:off x="8115973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8CD67A0-B1FB-4B3F-8F26-1586B6AC956A}"/>
              </a:ext>
            </a:extLst>
          </p:cNvPr>
          <p:cNvSpPr/>
          <p:nvPr/>
        </p:nvSpPr>
        <p:spPr>
          <a:xfrm>
            <a:off x="9516917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FE2F3B-C823-76AC-F2C9-25EDDDC1D8F1}"/>
              </a:ext>
            </a:extLst>
          </p:cNvPr>
          <p:cNvSpPr/>
          <p:nvPr/>
        </p:nvSpPr>
        <p:spPr>
          <a:xfrm>
            <a:off x="8816443" y="2535174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/>
              <p:nvPr/>
            </p:nvSpPr>
            <p:spPr>
              <a:xfrm>
                <a:off x="3529212" y="792627"/>
                <a:ext cx="65780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9212" y="792627"/>
                <a:ext cx="6578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/>
              <p:nvPr/>
            </p:nvSpPr>
            <p:spPr>
              <a:xfrm>
                <a:off x="4628697" y="792627"/>
                <a:ext cx="65780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697" y="792627"/>
                <a:ext cx="6578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/>
              <p:nvPr/>
            </p:nvSpPr>
            <p:spPr>
              <a:xfrm>
                <a:off x="5587965" y="792626"/>
                <a:ext cx="64575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65" y="792626"/>
                <a:ext cx="64575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/>
              <p:nvPr/>
            </p:nvSpPr>
            <p:spPr>
              <a:xfrm>
                <a:off x="2688022" y="4264654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8022" y="4264654"/>
                <a:ext cx="772327" cy="307777"/>
              </a:xfrm>
              <a:prstGeom prst="rect">
                <a:avLst/>
              </a:prstGeom>
              <a:blipFill>
                <a:blip r:embed="rId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/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4CA26644-B23F-8405-C671-4FF35A354ECE}"/>
              </a:ext>
            </a:extLst>
          </p:cNvPr>
          <p:cNvSpPr/>
          <p:nvPr/>
        </p:nvSpPr>
        <p:spPr>
          <a:xfrm>
            <a:off x="2501907" y="5388662"/>
            <a:ext cx="11302920" cy="3200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ABBAF34-8639-D39B-73BB-098C3D93CCD7}"/>
              </a:ext>
            </a:extLst>
          </p:cNvPr>
          <p:cNvCxnSpPr>
            <a:cxnSpLocks/>
          </p:cNvCxnSpPr>
          <p:nvPr/>
        </p:nvCxnSpPr>
        <p:spPr>
          <a:xfrm flipH="1">
            <a:off x="3756557" y="345660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E4B84C5-117A-A596-5AA7-EAEFE530E175}"/>
              </a:ext>
            </a:extLst>
          </p:cNvPr>
          <p:cNvCxnSpPr>
            <a:cxnSpLocks/>
          </p:cNvCxnSpPr>
          <p:nvPr/>
        </p:nvCxnSpPr>
        <p:spPr>
          <a:xfrm flipH="1">
            <a:off x="62013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218509-9DB6-B901-AB7F-544A84482B6A}"/>
              </a:ext>
            </a:extLst>
          </p:cNvPr>
          <p:cNvCxnSpPr>
            <a:cxnSpLocks/>
          </p:cNvCxnSpPr>
          <p:nvPr/>
        </p:nvCxnSpPr>
        <p:spPr>
          <a:xfrm flipH="1">
            <a:off x="93255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/>
              <p:nvPr/>
            </p:nvSpPr>
            <p:spPr>
              <a:xfrm>
                <a:off x="3824171" y="4841605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4171" y="4841605"/>
                <a:ext cx="90858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/>
              <p:nvPr/>
            </p:nvSpPr>
            <p:spPr>
              <a:xfrm>
                <a:off x="5234438" y="4848199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438" y="4848199"/>
                <a:ext cx="90858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/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/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blipFill>
                <a:blip r:embed="rId10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/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/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/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/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/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/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blipFill>
                <a:blip r:embed="rId1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/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blipFill>
                <a:blip r:embed="rId1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/>
              <p:nvPr/>
            </p:nvSpPr>
            <p:spPr>
              <a:xfrm>
                <a:off x="6364573" y="792625"/>
                <a:ext cx="65780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4573" y="792625"/>
                <a:ext cx="657808" cy="5847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7AA2B855-2056-48DF-9D60-BEE7D8C7926B}"/>
              </a:ext>
            </a:extLst>
          </p:cNvPr>
          <p:cNvSpPr/>
          <p:nvPr/>
        </p:nvSpPr>
        <p:spPr>
          <a:xfrm>
            <a:off x="10333475" y="3100417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583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>
            <a:extLst>
              <a:ext uri="{FF2B5EF4-FFF2-40B4-BE49-F238E27FC236}">
                <a16:creationId xmlns:a16="http://schemas.microsoft.com/office/drawing/2014/main" id="{8132106A-80F7-0774-A926-3CEE4C922F40}"/>
              </a:ext>
            </a:extLst>
          </p:cNvPr>
          <p:cNvGrpSpPr/>
          <p:nvPr/>
        </p:nvGrpSpPr>
        <p:grpSpPr>
          <a:xfrm>
            <a:off x="9515264" y="2800601"/>
            <a:ext cx="2754410" cy="2028343"/>
            <a:chOff x="8571203" y="4473040"/>
            <a:chExt cx="2754410" cy="202834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D2B7D95-6CB6-63B8-E541-EC4FE3D469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43998" y="4571999"/>
              <a:ext cx="914400" cy="128016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9B7B1A1-72EB-8BCA-0D7C-77B1073DF71B}"/>
                </a:ext>
              </a:extLst>
            </p:cNvPr>
            <p:cNvSpPr/>
            <p:nvPr/>
          </p:nvSpPr>
          <p:spPr>
            <a:xfrm>
              <a:off x="9862940" y="447304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CE16D1-3F5D-B8AD-BE92-337A39F80F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2643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5F802EE-7CCF-BF99-DDD7-61AA40B6E25D}"/>
                </a:ext>
              </a:extLst>
            </p:cNvPr>
            <p:cNvSpPr/>
            <p:nvPr/>
          </p:nvSpPr>
          <p:spPr>
            <a:xfrm>
              <a:off x="8571203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AB5D0BC-9C04-7420-6A34-80330E9B713C}"/>
                </a:ext>
              </a:extLst>
            </p:cNvPr>
            <p:cNvSpPr/>
            <p:nvPr/>
          </p:nvSpPr>
          <p:spPr>
            <a:xfrm>
              <a:off x="8927603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7EF9838-E95B-1AE9-444B-E2DCEB80C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019040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03EC756-43D9-A6BE-601A-707126A769B8}"/>
                </a:ext>
              </a:extLst>
            </p:cNvPr>
            <p:cNvSpPr/>
            <p:nvPr/>
          </p:nvSpPr>
          <p:spPr>
            <a:xfrm>
              <a:off x="9288971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F5F2555-2855-A88A-C78A-E3BEE533F67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9958402" y="4572000"/>
              <a:ext cx="914400" cy="12801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F16D13-C5E3-22F5-681F-43DD3AF41A98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9956064" y="5489892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33CA66A-1F64-75DF-6534-41CFE4E064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405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19917B3-CD2E-E00A-259B-FAD245217231}"/>
                </a:ext>
              </a:extLst>
            </p:cNvPr>
            <p:cNvSpPr/>
            <p:nvPr/>
          </p:nvSpPr>
          <p:spPr>
            <a:xfrm>
              <a:off x="10424965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EA17E5F-A0B3-397E-FCAB-D25CB8BEDAD7}"/>
                </a:ext>
              </a:extLst>
            </p:cNvPr>
            <p:cNvSpPr/>
            <p:nvPr/>
          </p:nvSpPr>
          <p:spPr>
            <a:xfrm>
              <a:off x="10781365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FB0913D-B48C-84A4-1F6E-9497D390B4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72802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41D58EC-4340-1563-3598-9E89D1941F35}"/>
                </a:ext>
              </a:extLst>
            </p:cNvPr>
            <p:cNvSpPr/>
            <p:nvPr/>
          </p:nvSpPr>
          <p:spPr>
            <a:xfrm>
              <a:off x="11142733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7FDEF06-A581-9B69-6B94-8DA788EE3BB0}"/>
                </a:ext>
              </a:extLst>
            </p:cNvPr>
            <p:cNvSpPr/>
            <p:nvPr/>
          </p:nvSpPr>
          <p:spPr>
            <a:xfrm>
              <a:off x="9863468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D564555-866E-6A12-4D59-B4DB116D735B}"/>
                </a:ext>
              </a:extLst>
            </p:cNvPr>
            <p:cNvSpPr/>
            <p:nvPr/>
          </p:nvSpPr>
          <p:spPr>
            <a:xfrm>
              <a:off x="10511442" y="539486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DA2FEA8-BE6B-424C-A97C-00DC9E4DF1D7}"/>
              </a:ext>
            </a:extLst>
          </p:cNvPr>
          <p:cNvGrpSpPr/>
          <p:nvPr/>
        </p:nvGrpSpPr>
        <p:grpSpPr>
          <a:xfrm>
            <a:off x="6763661" y="2796571"/>
            <a:ext cx="2066659" cy="1526738"/>
            <a:chOff x="6119432" y="5020363"/>
            <a:chExt cx="2066659" cy="1526738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528B99B-A1B3-FDCE-EEFB-AAD81A7A34A7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156174" y="5080471"/>
              <a:ext cx="983484" cy="13768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860037B-6C94-0ED9-753A-E1E1DC1D9D39}"/>
                </a:ext>
              </a:extLst>
            </p:cNvPr>
            <p:cNvSpPr/>
            <p:nvPr/>
          </p:nvSpPr>
          <p:spPr>
            <a:xfrm>
              <a:off x="7052022" y="502036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7C1DC0-90AC-C245-1337-2484E69E7BF2}"/>
                </a:ext>
              </a:extLst>
            </p:cNvPr>
            <p:cNvSpPr/>
            <p:nvPr/>
          </p:nvSpPr>
          <p:spPr>
            <a:xfrm>
              <a:off x="6119432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C086589-EA29-640C-ADFC-28472E6E3DE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143466" y="5072139"/>
              <a:ext cx="589814" cy="82574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BBD35A1-6843-BFA6-B7C5-7566FF4C386D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816542" y="5535610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CD34A22-B524-750B-EA7C-F154C5C630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6883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AA8DC02-AC99-E77F-3A1D-FBCA35C27AF0}"/>
                </a:ext>
              </a:extLst>
            </p:cNvPr>
            <p:cNvSpPr/>
            <p:nvPr/>
          </p:nvSpPr>
          <p:spPr>
            <a:xfrm>
              <a:off x="7285443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B48E297-3142-9B6F-A97E-67106C2AE1FA}"/>
                </a:ext>
              </a:extLst>
            </p:cNvPr>
            <p:cNvSpPr/>
            <p:nvPr/>
          </p:nvSpPr>
          <p:spPr>
            <a:xfrm>
              <a:off x="7641843" y="5852157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77BB286-CA49-DA39-5381-E1B3CFDFE9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33280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BC92B10-973E-CA10-4D81-427557084780}"/>
                </a:ext>
              </a:extLst>
            </p:cNvPr>
            <p:cNvSpPr/>
            <p:nvPr/>
          </p:nvSpPr>
          <p:spPr>
            <a:xfrm>
              <a:off x="8003211" y="636422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42F27CF-D4C4-9CE0-45A5-C1AE26F6501D}"/>
                </a:ext>
              </a:extLst>
            </p:cNvPr>
            <p:cNvSpPr/>
            <p:nvPr/>
          </p:nvSpPr>
          <p:spPr>
            <a:xfrm>
              <a:off x="6723946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4A7858D-D176-7CBE-EB6A-6A7A8CD5FD24}"/>
                </a:ext>
              </a:extLst>
            </p:cNvPr>
            <p:cNvSpPr/>
            <p:nvPr/>
          </p:nvSpPr>
          <p:spPr>
            <a:xfrm>
              <a:off x="7371920" y="544058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40865E8-2062-B697-DB3F-572D44B21173}"/>
              </a:ext>
            </a:extLst>
          </p:cNvPr>
          <p:cNvGrpSpPr/>
          <p:nvPr/>
        </p:nvGrpSpPr>
        <p:grpSpPr>
          <a:xfrm>
            <a:off x="4657294" y="2795384"/>
            <a:ext cx="1462145" cy="1083527"/>
            <a:chOff x="4247125" y="4440860"/>
            <a:chExt cx="1462145" cy="1083527"/>
          </a:xfrm>
        </p:grpSpPr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76F8045-4AD8-3F5B-B25B-4F5320B18F53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4339721" y="4512896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D72B4B0-E124-7907-13BB-38793C4609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0062" y="4920883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A8A1C72-3E0E-54B4-7AC6-048554049530}"/>
                </a:ext>
              </a:extLst>
            </p:cNvPr>
            <p:cNvSpPr/>
            <p:nvPr/>
          </p:nvSpPr>
          <p:spPr>
            <a:xfrm>
              <a:off x="4808622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F05083E-6B91-2D2A-9845-8C16AF5D8217}"/>
                </a:ext>
              </a:extLst>
            </p:cNvPr>
            <p:cNvSpPr/>
            <p:nvPr/>
          </p:nvSpPr>
          <p:spPr>
            <a:xfrm>
              <a:off x="5165022" y="482944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7553787-5605-2085-1221-B795405B7A69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4978900" y="4532300"/>
              <a:ext cx="643319" cy="90064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6149F712-0674-9680-8C3A-14CEA6BF1D85}"/>
                </a:ext>
              </a:extLst>
            </p:cNvPr>
            <p:cNvSpPr/>
            <p:nvPr/>
          </p:nvSpPr>
          <p:spPr>
            <a:xfrm>
              <a:off x="5526390" y="534150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86A1FE2B-FA75-FA0B-4F32-F343EDF91172}"/>
                </a:ext>
              </a:extLst>
            </p:cNvPr>
            <p:cNvSpPr/>
            <p:nvPr/>
          </p:nvSpPr>
          <p:spPr>
            <a:xfrm>
              <a:off x="4247125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EA890EA-51B4-3843-D851-78DDCEF59FF8}"/>
                </a:ext>
              </a:extLst>
            </p:cNvPr>
            <p:cNvSpPr/>
            <p:nvPr/>
          </p:nvSpPr>
          <p:spPr>
            <a:xfrm>
              <a:off x="4875767" y="444086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BE1DED3-E515-C5AD-4ACC-1FA7BC56E767}"/>
              </a:ext>
            </a:extLst>
          </p:cNvPr>
          <p:cNvGrpSpPr/>
          <p:nvPr/>
        </p:nvGrpSpPr>
        <p:grpSpPr>
          <a:xfrm>
            <a:off x="3221756" y="2795382"/>
            <a:ext cx="900648" cy="694944"/>
            <a:chOff x="1189756" y="2795382"/>
            <a:chExt cx="900648" cy="694944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DF802CE-4C04-8DAF-7A7F-063620E62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81196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02130FE-CE03-74AC-196C-3904DB72F796}"/>
                </a:ext>
              </a:extLst>
            </p:cNvPr>
            <p:cNvSpPr/>
            <p:nvPr/>
          </p:nvSpPr>
          <p:spPr>
            <a:xfrm>
              <a:off x="1189756" y="330385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2BF028DE-22B9-F788-7624-328CA5B9EC2D}"/>
                </a:ext>
              </a:extLst>
            </p:cNvPr>
            <p:cNvSpPr/>
            <p:nvPr/>
          </p:nvSpPr>
          <p:spPr>
            <a:xfrm>
              <a:off x="1546156" y="279538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7F66CE9-94DA-9826-EF80-71AD9E456C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7593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2927191-C52F-8E62-B001-2F2371444795}"/>
                </a:ext>
              </a:extLst>
            </p:cNvPr>
            <p:cNvSpPr/>
            <p:nvPr/>
          </p:nvSpPr>
          <p:spPr>
            <a:xfrm>
              <a:off x="1907524" y="330744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B07D8358-866E-7DC8-F5B2-32CF9C1AF490}"/>
              </a:ext>
            </a:extLst>
          </p:cNvPr>
          <p:cNvSpPr/>
          <p:nvPr/>
        </p:nvSpPr>
        <p:spPr>
          <a:xfrm>
            <a:off x="2487906" y="2795382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/>
              <p:nvPr/>
            </p:nvSpPr>
            <p:spPr>
              <a:xfrm>
                <a:off x="2136337" y="2996080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6337" y="2996080"/>
                <a:ext cx="772327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/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4012" y="6018229"/>
                <a:ext cx="105932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/>
              <p:nvPr/>
            </p:nvSpPr>
            <p:spPr>
              <a:xfrm>
                <a:off x="2858906" y="3503468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906" y="3503468"/>
                <a:ext cx="908582" cy="307777"/>
              </a:xfrm>
              <a:prstGeom prst="rect">
                <a:avLst/>
              </a:prstGeom>
              <a:blipFill>
                <a:blip r:embed="rId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/>
              <p:nvPr/>
            </p:nvSpPr>
            <p:spPr>
              <a:xfrm>
                <a:off x="3748710" y="464606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8710" y="4646063"/>
                <a:ext cx="908582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/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370" y="4841605"/>
                <a:ext cx="908582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/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0498" y="5477905"/>
                <a:ext cx="1007968" cy="307777"/>
              </a:xfrm>
              <a:prstGeom prst="rect">
                <a:avLst/>
              </a:prstGeom>
              <a:blipFill>
                <a:blip r:embed="rId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/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820" y="5477905"/>
                <a:ext cx="1007968" cy="307777"/>
              </a:xfrm>
              <a:prstGeom prst="rect">
                <a:avLst/>
              </a:prstGeom>
              <a:blipFill>
                <a:blip r:embed="rId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/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5993" y="6018229"/>
                <a:ext cx="106465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/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9500" y="6018229"/>
                <a:ext cx="106465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/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5496" y="5451580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/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818" y="5451580"/>
                <a:ext cx="1007968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/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5507" y="6053191"/>
                <a:ext cx="1007968" cy="307777"/>
              </a:xfrm>
              <a:prstGeom prst="rect">
                <a:avLst/>
              </a:prstGeom>
              <a:blipFill>
                <a:blip r:embed="rId13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/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5829" y="6053191"/>
                <a:ext cx="1007968" cy="307777"/>
              </a:xfrm>
              <a:prstGeom prst="rect">
                <a:avLst/>
              </a:prstGeom>
              <a:blipFill>
                <a:blip r:embed="rId1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982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AEACAC-72DD-4281-D52B-88B89AC1F51E}"/>
              </a:ext>
            </a:extLst>
          </p:cNvPr>
          <p:cNvSpPr/>
          <p:nvPr/>
        </p:nvSpPr>
        <p:spPr>
          <a:xfrm>
            <a:off x="5347661" y="976385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Yule model</a:t>
            </a:r>
          </a:p>
          <a:p>
            <a:pPr algn="ctr"/>
            <a:r>
              <a:rPr lang="en-US" sz="1600" dirty="0"/>
              <a:t>(Yule 1925)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B7CA75-BF1A-666B-E0AD-E2FBEA8829F1}"/>
              </a:ext>
            </a:extLst>
          </p:cNvPr>
          <p:cNvSpPr/>
          <p:nvPr/>
        </p:nvSpPr>
        <p:spPr>
          <a:xfrm>
            <a:off x="5347661" y="3678576"/>
            <a:ext cx="1828800" cy="1828800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Uniform model</a:t>
            </a:r>
          </a:p>
          <a:p>
            <a:pPr algn="ctr"/>
            <a:r>
              <a:rPr lang="en-US" sz="1600" i="1" dirty="0"/>
              <a:t>(Rosen 1978)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E6AAB5-FA71-6885-B6DA-C02EC78A067A}"/>
              </a:ext>
            </a:extLst>
          </p:cNvPr>
          <p:cNvSpPr/>
          <p:nvPr/>
        </p:nvSpPr>
        <p:spPr>
          <a:xfrm>
            <a:off x="5347661" y="6401150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Caterpillar tree</a:t>
            </a:r>
          </a:p>
          <a:p>
            <a:pPr algn="ctr"/>
            <a:r>
              <a:rPr lang="en-US" sz="1600" i="1" dirty="0"/>
              <a:t>(Harary &amp; Schwenk 1973)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/>
              <p:nvPr/>
            </p:nvSpPr>
            <p:spPr>
              <a:xfrm>
                <a:off x="2142047" y="3678576"/>
                <a:ext cx="1828800" cy="1828800"/>
              </a:xfrm>
              <a:prstGeom prst="rect">
                <a:avLst/>
              </a:prstGeom>
              <a:ln w="57150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Aldous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600" b="1" dirty="0"/>
                  <a:t>-splitting</a:t>
                </a:r>
              </a:p>
              <a:p>
                <a:pPr algn="ctr"/>
                <a:r>
                  <a:rPr lang="en-US" sz="1600" i="1" dirty="0"/>
                  <a:t>(Aldous 1996)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∈(−2,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47" y="3678576"/>
                <a:ext cx="1828800" cy="1828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/>
              <p:nvPr/>
            </p:nvSpPr>
            <p:spPr>
              <a:xfrm>
                <a:off x="12168638" y="3680204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 </a:t>
                </a:r>
              </a:p>
              <a:p>
                <a:pPr algn="ctr"/>
                <a:r>
                  <a:rPr lang="en-US" sz="1600" i="1" dirty="0"/>
                  <a:t>(Blum &amp; Francois 2005)</a:t>
                </a:r>
              </a:p>
              <a:p>
                <a:pPr algn="ctr"/>
                <a:r>
                  <a:rPr lang="en-US" sz="1600" dirty="0"/>
                  <a:t>Split distribution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∈[0,1]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68638" y="3680204"/>
                <a:ext cx="1828800" cy="1828800"/>
              </a:xfrm>
              <a:prstGeom prst="rect">
                <a:avLst/>
              </a:prstGeom>
              <a:blipFill>
                <a:blip r:embed="rId3"/>
                <a:stretch>
                  <a:fillRect r="-2589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/>
              <p:nvPr/>
            </p:nvSpPr>
            <p:spPr>
              <a:xfrm>
                <a:off x="8620858" y="6401150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speciation, constant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endParaRPr lang="en-US" sz="1600" b="1" dirty="0"/>
              </a:p>
              <a:p>
                <a:pPr algn="ctr"/>
                <a:r>
                  <a:rPr lang="en-US" sz="1600" dirty="0"/>
                  <a:t>(Blum &amp; Francois 2005)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∈[0, 1]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0858" y="6401150"/>
                <a:ext cx="1828800" cy="182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/>
              <p:nvPr/>
            </p:nvSpPr>
            <p:spPr>
              <a:xfrm>
                <a:off x="8613920" y="3687893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Blum &amp; Francois Beta-splitting</a:t>
                </a:r>
              </a:p>
              <a:p>
                <a:pPr algn="ctr"/>
                <a:r>
                  <a:rPr lang="en-US" sz="1600" dirty="0"/>
                  <a:t>(Blum &amp; Francois 2006)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3920" y="3687893"/>
                <a:ext cx="1828800" cy="1828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/>
              <p:nvPr/>
            </p:nvSpPr>
            <p:spPr>
              <a:xfrm>
                <a:off x="8618871" y="976385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Sainudiin &amp; Veber Beta-splitting</a:t>
                </a:r>
              </a:p>
              <a:p>
                <a:pPr algn="ctr"/>
                <a:r>
                  <a:rPr lang="en-US" sz="1600" dirty="0"/>
                  <a:t>(</a:t>
                </a:r>
                <a:r>
                  <a:rPr lang="en-US" sz="1600" dirty="0" err="1"/>
                  <a:t>Sainudiin</a:t>
                </a:r>
                <a:r>
                  <a:rPr lang="en-US" sz="1600" dirty="0"/>
                  <a:t> &amp; Veber 2016)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871" y="976385"/>
                <a:ext cx="1828800" cy="1828800"/>
              </a:xfrm>
              <a:prstGeom prst="rect">
                <a:avLst/>
              </a:prstGeom>
              <a:blipFill>
                <a:blip r:embed="rId6"/>
                <a:stretch>
                  <a:fillRect r="-1942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DDBC77-6A8F-0315-F4C2-82768A1F38E5}"/>
              </a:ext>
            </a:extLst>
          </p:cNvPr>
          <p:cNvCxnSpPr>
            <a:cxnSpLocks/>
            <a:stCxn id="7" idx="1"/>
            <a:endCxn id="9" idx="3"/>
          </p:cNvCxnSpPr>
          <p:nvPr/>
        </p:nvCxnSpPr>
        <p:spPr>
          <a:xfrm flipH="1">
            <a:off x="10442720" y="4594605"/>
            <a:ext cx="1725918" cy="76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308942-25E3-8465-CB03-81C6C4358281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7176463" y="1888224"/>
            <a:ext cx="1444397" cy="256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FC8F36-67CF-2EFC-8D0D-9F52254D839E}"/>
              </a:ext>
            </a:extLst>
          </p:cNvPr>
          <p:cNvCxnSpPr>
            <a:cxnSpLocks/>
            <a:stCxn id="8" idx="1"/>
            <a:endCxn id="5" idx="3"/>
          </p:cNvCxnSpPr>
          <p:nvPr/>
        </p:nvCxnSpPr>
        <p:spPr>
          <a:xfrm flipH="1">
            <a:off x="7176463" y="7315550"/>
            <a:ext cx="144439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7E8710-2236-A445-7915-F032E636AE77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3970847" y="4592976"/>
            <a:ext cx="137681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C52C06-FBA2-F235-3C2F-B2A559C63B65}"/>
              </a:ext>
            </a:extLst>
          </p:cNvPr>
          <p:cNvCxnSpPr>
            <a:cxnSpLocks/>
            <a:stCxn id="6" idx="0"/>
            <a:endCxn id="3" idx="1"/>
          </p:cNvCxnSpPr>
          <p:nvPr/>
        </p:nvCxnSpPr>
        <p:spPr>
          <a:xfrm flipV="1">
            <a:off x="3056447" y="1890787"/>
            <a:ext cx="2291214" cy="17877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82DC50-A64D-4D5B-718F-296D96E7DB0F}"/>
              </a:ext>
            </a:extLst>
          </p:cNvPr>
          <p:cNvCxnSpPr>
            <a:cxnSpLocks/>
            <a:stCxn id="6" idx="2"/>
            <a:endCxn id="5" idx="1"/>
          </p:cNvCxnSpPr>
          <p:nvPr/>
        </p:nvCxnSpPr>
        <p:spPr>
          <a:xfrm>
            <a:off x="3056447" y="5507377"/>
            <a:ext cx="2291214" cy="1808174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81773D-AF12-4546-087D-5663D3386109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flipH="1">
            <a:off x="10449658" y="5509004"/>
            <a:ext cx="2633380" cy="18065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49052D-D29F-8660-4076-160B05F83EEE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flipH="1" flipV="1">
            <a:off x="10447673" y="1890786"/>
            <a:ext cx="2635367" cy="17894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6C284F-C09C-4650-2DA4-50660481F93F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9528322" y="2805185"/>
            <a:ext cx="4951" cy="8827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D84C08-8F23-6B88-55B0-45CB6ECBEA8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7183401" y="5516694"/>
            <a:ext cx="2344921" cy="139718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DDE63C-56F0-B16C-8C12-8F572C3500AA}"/>
              </a:ext>
            </a:extLst>
          </p:cNvPr>
          <p:cNvCxnSpPr>
            <a:cxnSpLocks/>
          </p:cNvCxnSpPr>
          <p:nvPr/>
        </p:nvCxnSpPr>
        <p:spPr>
          <a:xfrm flipH="1">
            <a:off x="7139589" y="2775242"/>
            <a:ext cx="1474333" cy="362590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4A65BB-3C3D-0F51-AE59-F1A8FD508008}"/>
              </a:ext>
            </a:extLst>
          </p:cNvPr>
          <p:cNvCxnSpPr>
            <a:cxnSpLocks/>
            <a:stCxn id="9" idx="1"/>
            <a:endCxn id="3" idx="2"/>
          </p:cNvCxnSpPr>
          <p:nvPr/>
        </p:nvCxnSpPr>
        <p:spPr>
          <a:xfrm flipH="1" flipV="1">
            <a:off x="6262063" y="2805185"/>
            <a:ext cx="2351859" cy="17971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/>
              <p:nvPr/>
            </p:nvSpPr>
            <p:spPr>
              <a:xfrm>
                <a:off x="11404311" y="2333075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4311" y="2333075"/>
                <a:ext cx="1740348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/>
              <p:nvPr/>
            </p:nvSpPr>
            <p:spPr>
              <a:xfrm>
                <a:off x="11752149" y="6391598"/>
                <a:ext cx="5888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2149" y="6391598"/>
                <a:ext cx="588879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/>
              <p:nvPr/>
            </p:nvSpPr>
            <p:spPr>
              <a:xfrm>
                <a:off x="10455656" y="4272885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656" y="4272885"/>
                <a:ext cx="1740348" cy="276999"/>
              </a:xfrm>
              <a:prstGeom prst="rect">
                <a:avLst/>
              </a:prstGeom>
              <a:blipFill>
                <a:blip r:embed="rId9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/>
              <p:nvPr/>
            </p:nvSpPr>
            <p:spPr>
              <a:xfrm>
                <a:off x="9584284" y="3104197"/>
                <a:ext cx="6129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4284" y="3104197"/>
                <a:ext cx="612988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/>
              <p:nvPr/>
            </p:nvSpPr>
            <p:spPr>
              <a:xfrm>
                <a:off x="7412895" y="7023581"/>
                <a:ext cx="10231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2895" y="7023581"/>
                <a:ext cx="1023101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/>
              <p:nvPr/>
            </p:nvSpPr>
            <p:spPr>
              <a:xfrm>
                <a:off x="4164707" y="4133997"/>
                <a:ext cx="741357" cy="438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4707" y="4133997"/>
                <a:ext cx="741357" cy="438005"/>
              </a:xfrm>
              <a:prstGeom prst="rect">
                <a:avLst/>
              </a:prstGeom>
              <a:blipFill>
                <a:blip r:embed="rId12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/>
              <p:nvPr/>
            </p:nvSpPr>
            <p:spPr>
              <a:xfrm>
                <a:off x="4103993" y="5953261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3993" y="5953261"/>
                <a:ext cx="728533" cy="276999"/>
              </a:xfrm>
              <a:prstGeom prst="rect">
                <a:avLst/>
              </a:prstGeom>
              <a:blipFill>
                <a:blip r:embed="rId1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/>
              <p:nvPr/>
            </p:nvSpPr>
            <p:spPr>
              <a:xfrm>
                <a:off x="3867967" y="2471575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967" y="2471575"/>
                <a:ext cx="600293" cy="276999"/>
              </a:xfrm>
              <a:prstGeom prst="rect">
                <a:avLst/>
              </a:prstGeom>
              <a:blipFill>
                <a:blip r:embed="rId1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/>
              <p:nvPr/>
            </p:nvSpPr>
            <p:spPr>
              <a:xfrm>
                <a:off x="7637130" y="1548890"/>
                <a:ext cx="898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130" y="1548890"/>
                <a:ext cx="8989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/>
              <p:nvPr/>
            </p:nvSpPr>
            <p:spPr>
              <a:xfrm>
                <a:off x="8048927" y="4518645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8927" y="4518645"/>
                <a:ext cx="600293" cy="2769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/>
              <p:nvPr/>
            </p:nvSpPr>
            <p:spPr>
              <a:xfrm>
                <a:off x="8165613" y="5701931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5613" y="5701931"/>
                <a:ext cx="728533" cy="27699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/>
              <p:nvPr/>
            </p:nvSpPr>
            <p:spPr>
              <a:xfrm>
                <a:off x="7502738" y="2827198"/>
                <a:ext cx="102714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200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2738" y="2827198"/>
                <a:ext cx="1027141" cy="276999"/>
              </a:xfrm>
              <a:prstGeom prst="rect">
                <a:avLst/>
              </a:prstGeom>
              <a:blipFill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8337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1A1B-B8F9-12A2-2FF6-676748DD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4677813-F6DE-0F34-5A46-5BBBB54E9ECF}"/>
              </a:ext>
            </a:extLst>
          </p:cNvPr>
          <p:cNvGrpSpPr/>
          <p:nvPr/>
        </p:nvGrpSpPr>
        <p:grpSpPr>
          <a:xfrm>
            <a:off x="2150860" y="155218"/>
            <a:ext cx="10579759" cy="8627116"/>
            <a:chOff x="118859" y="155218"/>
            <a:chExt cx="10579759" cy="862711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90E92CD-87C2-A894-4187-9ABC93FF6C97}"/>
                </a:ext>
              </a:extLst>
            </p:cNvPr>
            <p:cNvSpPr/>
            <p:nvPr/>
          </p:nvSpPr>
          <p:spPr>
            <a:xfrm>
              <a:off x="118859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Yule model</a:t>
              </a:r>
            </a:p>
            <a:p>
              <a:pPr algn="ctr"/>
              <a:r>
                <a:rPr lang="en-US" sz="1600" i="1" dirty="0"/>
                <a:t>(Yule 1925) 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655C221-2CE5-0420-3DAF-A0B66F1A2907}"/>
                </a:ext>
              </a:extLst>
            </p:cNvPr>
            <p:cNvSpPr/>
            <p:nvPr/>
          </p:nvSpPr>
          <p:spPr>
            <a:xfrm>
              <a:off x="2800524" y="6953534"/>
              <a:ext cx="1828800" cy="1828800"/>
            </a:xfrm>
            <a:prstGeom prst="rect">
              <a:avLst/>
            </a:prstGeom>
            <a:ln w="57150">
              <a:prstDash val="lg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Uniform model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4F2E5B9-7CAA-6D1A-5662-42FAE55F75EE}"/>
                </a:ext>
              </a:extLst>
            </p:cNvPr>
            <p:cNvSpPr/>
            <p:nvPr/>
          </p:nvSpPr>
          <p:spPr>
            <a:xfrm>
              <a:off x="5420655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Caterpillar tree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/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ln w="57150">
                  <a:prstDash val="lgDash"/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Aldous Beta-splitting</a:t>
                  </a:r>
                </a:p>
                <a:p>
                  <a:pPr algn="ctr"/>
                  <a:r>
                    <a:rPr lang="en-US" sz="1600" i="1" dirty="0"/>
                    <a:t>(Aldous 1996)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∈(−2,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57150">
                  <a:prstDash val="lgDash"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/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General biased speciation </a:t>
                  </a:r>
                </a:p>
                <a:p>
                  <a:pPr algn="ctr"/>
                  <a:r>
                    <a:rPr lang="en-US" sz="1600" i="1" dirty="0"/>
                    <a:t>(Blum &amp; François 2005)</a:t>
                  </a:r>
                </a:p>
                <a:p>
                  <a:pPr algn="ctr"/>
                  <a:r>
                    <a:rPr lang="en-US" sz="1600" dirty="0"/>
                    <a:t>Split fraction distribution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𝑋</m:t>
                      </m:r>
                    </m:oMath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/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Biased speciation, constant split fraction</a:t>
                  </a:r>
                </a:p>
                <a:p>
                  <a:pPr algn="ctr"/>
                  <a:r>
                    <a:rPr lang="en-US" sz="1600" i="1" dirty="0"/>
                    <a:t>(Blum &amp; François 2005)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∈[0, 1]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/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Blum-François Beta-splitting</a:t>
                  </a:r>
                </a:p>
                <a:p>
                  <a:pPr algn="ctr"/>
                  <a:r>
                    <a:rPr lang="en-US" sz="1600" i="1" dirty="0"/>
                    <a:t>(Blum &amp; François 2006)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/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 err="1"/>
                    <a:t>Sainudiin</a:t>
                  </a:r>
                  <a:r>
                    <a:rPr lang="en-US" sz="1600" b="1" dirty="0"/>
                    <a:t>-Véber Beta-splitting</a:t>
                  </a:r>
                </a:p>
                <a:p>
                  <a:pPr algn="ctr"/>
                  <a:r>
                    <a:rPr lang="en-US" sz="1600" i="1" dirty="0"/>
                    <a:t>(</a:t>
                  </a:r>
                  <a:r>
                    <a:rPr lang="en-US" sz="1600" i="1" dirty="0" err="1"/>
                    <a:t>Sainudiin</a:t>
                  </a:r>
                  <a:r>
                    <a:rPr lang="en-US" sz="1600" i="1" dirty="0"/>
                    <a:t> &amp; Véber 2016)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blipFill>
                  <a:blip r:embed="rId6"/>
                  <a:stretch>
                    <a:fillRect r="-1618"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803C774-1740-1D0D-F682-EFAFC4F1D3E0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>
              <a:off x="3714924" y="1984018"/>
              <a:ext cx="0" cy="70705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07AFC81-1141-F248-6DB0-5CCF66F889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32530" y="4515747"/>
              <a:ext cx="3897081" cy="24169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35DA867-D678-7A4D-5613-E78AA5E67FED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033259" y="4536550"/>
              <a:ext cx="4396352" cy="24034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18BE09-515F-9B7D-00D7-70141C4EB552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4629324" y="5905260"/>
              <a:ext cx="4240494" cy="104827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5FCA40F-9FA2-7EAE-2B9F-1273A7DA90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659" y="4994984"/>
              <a:ext cx="6922159" cy="195855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529CCA6-FE0A-E71B-E8C8-4B2A48ACE1F1}"/>
                </a:ext>
              </a:extLst>
            </p:cNvPr>
            <p:cNvCxnSpPr>
              <a:cxnSpLocks/>
              <a:stCxn id="6" idx="2"/>
              <a:endCxn id="5" idx="3"/>
            </p:cNvCxnSpPr>
            <p:nvPr/>
          </p:nvCxnSpPr>
          <p:spPr>
            <a:xfrm flipH="1">
              <a:off x="7249455" y="6819660"/>
              <a:ext cx="2534763" cy="1048274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765FA1C-0729-04DA-FC9C-CE93679A65B4}"/>
                </a:ext>
              </a:extLst>
            </p:cNvPr>
            <p:cNvCxnSpPr>
              <a:cxnSpLocks/>
              <a:stCxn id="7" idx="1"/>
              <a:endCxn id="8" idx="0"/>
            </p:cNvCxnSpPr>
            <p:nvPr/>
          </p:nvCxnSpPr>
          <p:spPr>
            <a:xfrm flipH="1">
              <a:off x="1033259" y="1069618"/>
              <a:ext cx="1767265" cy="16381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3EEF556-D2E9-FD4D-C339-6B0F09C4540F}"/>
                </a:ext>
              </a:extLst>
            </p:cNvPr>
            <p:cNvCxnSpPr>
              <a:cxnSpLocks/>
              <a:stCxn id="7" idx="3"/>
              <a:endCxn id="10" idx="0"/>
            </p:cNvCxnSpPr>
            <p:nvPr/>
          </p:nvCxnSpPr>
          <p:spPr>
            <a:xfrm>
              <a:off x="4629324" y="1069618"/>
              <a:ext cx="1705731" cy="161732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4060372-B4B8-3FC2-916F-C752F41DC378}"/>
                </a:ext>
              </a:extLst>
            </p:cNvPr>
            <p:cNvCxnSpPr>
              <a:cxnSpLocks/>
              <a:stCxn id="10" idx="1"/>
              <a:endCxn id="9" idx="3"/>
            </p:cNvCxnSpPr>
            <p:nvPr/>
          </p:nvCxnSpPr>
          <p:spPr>
            <a:xfrm flipH="1">
              <a:off x="4629324" y="3601347"/>
              <a:ext cx="791331" cy="412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52451E4-B123-9766-1B97-23D1FF53EE14}"/>
                </a:ext>
              </a:extLst>
            </p:cNvPr>
            <p:cNvCxnSpPr>
              <a:cxnSpLocks/>
            </p:cNvCxnSpPr>
            <p:nvPr/>
          </p:nvCxnSpPr>
          <p:spPr>
            <a:xfrm>
              <a:off x="3931975" y="4511623"/>
              <a:ext cx="2014119" cy="2441911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1C9CCE1-1E63-F9CF-879A-0D6976C27418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>
              <a:off x="6335055" y="4515747"/>
              <a:ext cx="0" cy="2437787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8D23FB1-2572-E559-70F2-601F4BC74871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 flipH="1">
              <a:off x="1033259" y="4515747"/>
              <a:ext cx="1776221" cy="243778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/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/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𝜆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/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/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/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=0, 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/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blipFill>
                  <a:blip r:embed="rId12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/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−2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/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/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/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/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/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4697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830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6241</TotalTime>
  <Words>585</Words>
  <Application>Microsoft Office PowerPoint</Application>
  <PresentationFormat>Custom</PresentationFormat>
  <Paragraphs>146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Bauman</dc:creator>
  <cp:lastModifiedBy>Daniel Bauman</cp:lastModifiedBy>
  <cp:revision>9</cp:revision>
  <dcterms:created xsi:type="dcterms:W3CDTF">2025-09-18T19:15:46Z</dcterms:created>
  <dcterms:modified xsi:type="dcterms:W3CDTF">2026-09-30T18:58:19Z</dcterms:modified>
</cp:coreProperties>
</file>