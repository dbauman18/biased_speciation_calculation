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3124B8-B8EF-4473-A3A1-CF746A5C28BE}" v="2" dt="2026-03-04T03:42:49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39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Bauman" userId="b4990c641f0077cd" providerId="LiveId" clId="{6DEDCE68-9D2E-4C8C-9998-BD219A3A306C}"/>
    <pc:docChg chg="modSld">
      <pc:chgData name="Daniel Bauman" userId="b4990c641f0077cd" providerId="LiveId" clId="{6DEDCE68-9D2E-4C8C-9998-BD219A3A306C}" dt="2026-03-04T03:42:49.250" v="1" actId="14826"/>
      <pc:docMkLst>
        <pc:docMk/>
      </pc:docMkLst>
      <pc:sldChg chg="modSp">
        <pc:chgData name="Daniel Bauman" userId="b4990c641f0077cd" providerId="LiveId" clId="{6DEDCE68-9D2E-4C8C-9998-BD219A3A306C}" dt="2026-03-04T03:42:49.250" v="1" actId="14826"/>
        <pc:sldMkLst>
          <pc:docMk/>
          <pc:sldMk cId="3144029983" sldId="257"/>
        </pc:sldMkLst>
        <pc:spChg chg="mod">
          <ac:chgData name="Daniel Bauman" userId="b4990c641f0077cd" providerId="LiveId" clId="{6DEDCE68-9D2E-4C8C-9998-BD219A3A306C}" dt="2026-03-04T03:42:49.250" v="1" actId="14826"/>
          <ac:spMkLst>
            <pc:docMk/>
            <pc:sldMk cId="3144029983" sldId="257"/>
            <ac:spMk id="7" creationId="{F797F057-5A9F-1366-CE78-F2915E6F5318}"/>
          </ac:spMkLst>
        </pc:spChg>
        <pc:spChg chg="mod">
          <ac:chgData name="Daniel Bauman" userId="b4990c641f0077cd" providerId="LiveId" clId="{6DEDCE68-9D2E-4C8C-9998-BD219A3A306C}" dt="2026-03-04T03:42:49.250" v="1" actId="14826"/>
          <ac:spMkLst>
            <pc:docMk/>
            <pc:sldMk cId="3144029983" sldId="257"/>
            <ac:spMk id="8" creationId="{1FF9EB91-2EBF-C145-A48E-0BB3CE83DF27}"/>
          </ac:spMkLst>
        </pc:spChg>
        <pc:spChg chg="mod">
          <ac:chgData name="Daniel Bauman" userId="b4990c641f0077cd" providerId="LiveId" clId="{6DEDCE68-9D2E-4C8C-9998-BD219A3A306C}" dt="2026-03-04T03:42:49.250" v="1" actId="14826"/>
          <ac:spMkLst>
            <pc:docMk/>
            <pc:sldMk cId="3144029983" sldId="257"/>
            <ac:spMk id="11" creationId="{623BC666-55DC-235C-8436-C423BC262509}"/>
          </ac:spMkLst>
        </pc:spChg>
        <pc:grpChg chg="mod">
          <ac:chgData name="Daniel Bauman" userId="b4990c641f0077cd" providerId="LiveId" clId="{6DEDCE68-9D2E-4C8C-9998-BD219A3A306C}" dt="2026-03-04T03:42:49.250" v="1" actId="14826"/>
          <ac:grpSpMkLst>
            <pc:docMk/>
            <pc:sldMk cId="3144029983" sldId="257"/>
            <ac:grpSpMk id="18" creationId="{AC0CDC61-82D1-6247-2717-CC0BE33C8F0C}"/>
          </ac:grpSpMkLst>
        </pc:grpChg>
        <pc:picChg chg="mod">
          <ac:chgData name="Daniel Bauman" userId="b4990c641f0077cd" providerId="LiveId" clId="{6DEDCE68-9D2E-4C8C-9998-BD219A3A306C}" dt="2026-03-04T03:42:49.250" v="1" actId="14826"/>
          <ac:picMkLst>
            <pc:docMk/>
            <pc:sldMk cId="3144029983" sldId="257"/>
            <ac:picMk id="3" creationId="{1B8567C2-453B-5FDC-1426-5C0043BCDD24}"/>
          </ac:picMkLst>
        </pc:picChg>
        <pc:picChg chg="mod">
          <ac:chgData name="Daniel Bauman" userId="b4990c641f0077cd" providerId="LiveId" clId="{6DEDCE68-9D2E-4C8C-9998-BD219A3A306C}" dt="2026-03-04T03:42:49.250" v="1" actId="14826"/>
          <ac:picMkLst>
            <pc:docMk/>
            <pc:sldMk cId="3144029983" sldId="257"/>
            <ac:picMk id="6" creationId="{2CE3A8AE-A952-11A1-8A22-9F74605034A4}"/>
          </ac:picMkLst>
        </pc:picChg>
        <pc:cxnChg chg="mod">
          <ac:chgData name="Daniel Bauman" userId="b4990c641f0077cd" providerId="LiveId" clId="{6DEDCE68-9D2E-4C8C-9998-BD219A3A306C}" dt="2026-03-04T03:42:49.250" v="1" actId="14826"/>
          <ac:cxnSpMkLst>
            <pc:docMk/>
            <pc:sldMk cId="3144029983" sldId="257"/>
            <ac:cxnSpMk id="12" creationId="{ABE3D406-B6D9-824A-59AF-632828ACA91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00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80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65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43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67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2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9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40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170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76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1AB06-7E12-4DA8-9C52-2EBED1DB239C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DF47A-DA69-48BB-98E4-BEA0DAF1EE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8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FDFD966-1D7C-0A5E-F6E8-19741F656601}"/>
              </a:ext>
            </a:extLst>
          </p:cNvPr>
          <p:cNvGrpSpPr/>
          <p:nvPr/>
        </p:nvGrpSpPr>
        <p:grpSpPr>
          <a:xfrm>
            <a:off x="558736" y="999875"/>
            <a:ext cx="6197727" cy="5594876"/>
            <a:chOff x="558736" y="999875"/>
            <a:chExt cx="6197727" cy="559487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8A91117-55A5-A30C-2FD1-2C5F600DA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" y="999876"/>
              <a:ext cx="2743200" cy="27432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566ABA0-A2E2-AEC0-05E6-A6DF40595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" y="3851551"/>
              <a:ext cx="2743200" cy="2743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7153D4-01F0-2730-1E4F-7E07A1C7A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263" y="3851551"/>
              <a:ext cx="2743200" cy="27432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02D94B3-9709-17C6-F033-7880ACD87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263" y="999876"/>
              <a:ext cx="2743200" cy="27432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585566E-EC6E-55E6-BB6D-1D37E1F2B683}"/>
                    </a:ext>
                  </a:extLst>
                </p:cNvPr>
                <p:cNvSpPr txBox="1"/>
                <p:nvPr/>
              </p:nvSpPr>
              <p:spPr>
                <a:xfrm>
                  <a:off x="558737" y="1004670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585566E-EC6E-55E6-BB6D-1D37E1F2B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37" y="1004670"/>
                  <a:ext cx="355663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13793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64B0557-8E22-A403-3782-81A59933F4CC}"/>
                    </a:ext>
                  </a:extLst>
                </p:cNvPr>
                <p:cNvSpPr txBox="1"/>
                <p:nvPr/>
              </p:nvSpPr>
              <p:spPr>
                <a:xfrm>
                  <a:off x="3657600" y="1004670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64B0557-8E22-A403-3782-81A59933F4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600" y="1004670"/>
                  <a:ext cx="355663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17241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FA5F41C-6E8C-C23D-77F0-60F171ABFD65}"/>
                    </a:ext>
                  </a:extLst>
                </p:cNvPr>
                <p:cNvSpPr txBox="1"/>
                <p:nvPr/>
              </p:nvSpPr>
              <p:spPr>
                <a:xfrm>
                  <a:off x="558737" y="3851551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FA5F41C-6E8C-C23D-77F0-60F171ABFD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37" y="3851551"/>
                  <a:ext cx="355663" cy="307777"/>
                </a:xfrm>
                <a:prstGeom prst="rect">
                  <a:avLst/>
                </a:prstGeom>
                <a:blipFill>
                  <a:blip r:embed="rId8"/>
                  <a:stretch>
                    <a:fillRect r="-12069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5688856-0762-4483-6455-E5F2835B47AB}"/>
                    </a:ext>
                  </a:extLst>
                </p:cNvPr>
                <p:cNvSpPr txBox="1"/>
                <p:nvPr/>
              </p:nvSpPr>
              <p:spPr>
                <a:xfrm>
                  <a:off x="3657600" y="3851551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C5688856-0762-4483-6455-E5F2835B4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600" y="3851551"/>
                  <a:ext cx="355663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17241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F1C604-F98F-F105-0A44-3C6014921186}"/>
                </a:ext>
              </a:extLst>
            </p:cNvPr>
            <p:cNvSpPr/>
            <p:nvPr/>
          </p:nvSpPr>
          <p:spPr>
            <a:xfrm>
              <a:off x="558736" y="999875"/>
              <a:ext cx="6197727" cy="559487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55AC5A2-6048-8A8E-090F-452FBE8D17F2}"/>
                </a:ext>
              </a:extLst>
            </p:cNvPr>
            <p:cNvCxnSpPr>
              <a:cxnSpLocks/>
              <a:stCxn id="17" idx="0"/>
              <a:endCxn id="17" idx="2"/>
            </p:cNvCxnSpPr>
            <p:nvPr/>
          </p:nvCxnSpPr>
          <p:spPr>
            <a:xfrm>
              <a:off x="3657600" y="999875"/>
              <a:ext cx="0" cy="55948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A91E7A4-41FB-B1EE-3FFD-399D7F990D11}"/>
                </a:ext>
              </a:extLst>
            </p:cNvPr>
            <p:cNvCxnSpPr>
              <a:cxnSpLocks/>
              <a:stCxn id="17" idx="1"/>
              <a:endCxn id="17" idx="3"/>
            </p:cNvCxnSpPr>
            <p:nvPr/>
          </p:nvCxnSpPr>
          <p:spPr>
            <a:xfrm>
              <a:off x="558736" y="3797313"/>
              <a:ext cx="61977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057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D971-95A2-D0E6-44FE-EA15DAFBB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14D7AEC-AA96-965D-7131-E801623D780F}"/>
              </a:ext>
            </a:extLst>
          </p:cNvPr>
          <p:cNvGrpSpPr/>
          <p:nvPr/>
        </p:nvGrpSpPr>
        <p:grpSpPr>
          <a:xfrm>
            <a:off x="558737" y="999876"/>
            <a:ext cx="6654926" cy="5596375"/>
            <a:chOff x="558737" y="999876"/>
            <a:chExt cx="6654926" cy="55963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6131118-9ABC-50AE-ACB7-CBD996B66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" y="999876"/>
              <a:ext cx="2743200" cy="27432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08D5C73-430E-C869-0878-926C6B87B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" y="3851551"/>
              <a:ext cx="2743200" cy="27432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CA5DAF7-A5F7-F3C6-F293-D0DE245D22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0463" y="3853051"/>
              <a:ext cx="2743200" cy="27432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887BE1D-4F70-21C2-C304-8F647C76C6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0463" y="1001376"/>
              <a:ext cx="2743200" cy="27432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2A123FF-4E8A-4094-58E9-77FAC6D8DC5A}"/>
                    </a:ext>
                  </a:extLst>
                </p:cNvPr>
                <p:cNvSpPr txBox="1"/>
                <p:nvPr/>
              </p:nvSpPr>
              <p:spPr>
                <a:xfrm>
                  <a:off x="558737" y="1004670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2A123FF-4E8A-4094-58E9-77FAC6D8DC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37" y="1004670"/>
                  <a:ext cx="355663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13793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A9FD6B8-2B9B-D2C5-3A20-14962E301DF1}"/>
                    </a:ext>
                  </a:extLst>
                </p:cNvPr>
                <p:cNvSpPr txBox="1"/>
                <p:nvPr/>
              </p:nvSpPr>
              <p:spPr>
                <a:xfrm>
                  <a:off x="4114800" y="1006170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A9FD6B8-2B9B-D2C5-3A20-14962E301D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1006170"/>
                  <a:ext cx="355663" cy="307777"/>
                </a:xfrm>
                <a:prstGeom prst="rect">
                  <a:avLst/>
                </a:prstGeom>
                <a:blipFill>
                  <a:blip r:embed="rId7"/>
                  <a:stretch>
                    <a:fillRect r="-17241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ADAD4FC-805D-E003-5077-0792246A199F}"/>
                    </a:ext>
                  </a:extLst>
                </p:cNvPr>
                <p:cNvSpPr txBox="1"/>
                <p:nvPr/>
              </p:nvSpPr>
              <p:spPr>
                <a:xfrm>
                  <a:off x="558737" y="3851551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ADAD4FC-805D-E003-5077-0792246A19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37" y="3851551"/>
                  <a:ext cx="355663" cy="307777"/>
                </a:xfrm>
                <a:prstGeom prst="rect">
                  <a:avLst/>
                </a:prstGeom>
                <a:blipFill>
                  <a:blip r:embed="rId8"/>
                  <a:stretch>
                    <a:fillRect r="-12069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1AB2820-9557-601F-A6BB-34E690431BCF}"/>
                    </a:ext>
                  </a:extLst>
                </p:cNvPr>
                <p:cNvSpPr txBox="1"/>
                <p:nvPr/>
              </p:nvSpPr>
              <p:spPr>
                <a:xfrm>
                  <a:off x="4114800" y="3853051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1AB2820-9557-601F-A6BB-34E690431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3853051"/>
                  <a:ext cx="355663" cy="307777"/>
                </a:xfrm>
                <a:prstGeom prst="rect">
                  <a:avLst/>
                </a:prstGeom>
                <a:blipFill>
                  <a:blip r:embed="rId9"/>
                  <a:stretch>
                    <a:fillRect r="-17241" b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1299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AC0CDC61-82D1-6247-2717-CC0BE33C8F0C}"/>
              </a:ext>
            </a:extLst>
          </p:cNvPr>
          <p:cNvGrpSpPr/>
          <p:nvPr/>
        </p:nvGrpSpPr>
        <p:grpSpPr>
          <a:xfrm>
            <a:off x="558736" y="999875"/>
            <a:ext cx="6197727" cy="2743201"/>
            <a:chOff x="558736" y="999875"/>
            <a:chExt cx="6197727" cy="274320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B8567C2-453B-5FDC-1426-5C0043BCD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14400" y="999876"/>
              <a:ext cx="2743200" cy="27432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E3A8AE-A952-11A1-8A22-9F7460503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13263" y="999876"/>
              <a:ext cx="2743200" cy="27432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797F057-5A9F-1366-CE78-F2915E6F5318}"/>
                    </a:ext>
                  </a:extLst>
                </p:cNvPr>
                <p:cNvSpPr txBox="1"/>
                <p:nvPr/>
              </p:nvSpPr>
              <p:spPr>
                <a:xfrm>
                  <a:off x="558737" y="1004670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797F057-5A9F-1366-CE78-F2915E6F5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37" y="1004670"/>
                  <a:ext cx="355663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13793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FF9EB91-2EBF-C145-A48E-0BB3CE83DF27}"/>
                    </a:ext>
                  </a:extLst>
                </p:cNvPr>
                <p:cNvSpPr txBox="1"/>
                <p:nvPr/>
              </p:nvSpPr>
              <p:spPr>
                <a:xfrm>
                  <a:off x="3657600" y="1004670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FF9EB91-2EBF-C145-A48E-0BB3CE83DF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600" y="1004670"/>
                  <a:ext cx="355663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17241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23BC666-55DC-235C-8436-C423BC262509}"/>
                </a:ext>
              </a:extLst>
            </p:cNvPr>
            <p:cNvSpPr/>
            <p:nvPr/>
          </p:nvSpPr>
          <p:spPr>
            <a:xfrm>
              <a:off x="558736" y="999875"/>
              <a:ext cx="6197727" cy="2743201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BE3D406-B6D9-824A-59AF-632828ACA913}"/>
                </a:ext>
              </a:extLst>
            </p:cNvPr>
            <p:cNvCxnSpPr>
              <a:cxnSpLocks/>
              <a:stCxn id="11" idx="0"/>
              <a:endCxn id="11" idx="2"/>
            </p:cNvCxnSpPr>
            <p:nvPr/>
          </p:nvCxnSpPr>
          <p:spPr>
            <a:xfrm>
              <a:off x="3657600" y="999875"/>
              <a:ext cx="0" cy="27432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4029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B2ED4-C42A-0EC9-5F1F-8E690E5C6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3CDFB19-3936-80FB-C964-6CBFD6305CFA}"/>
              </a:ext>
            </a:extLst>
          </p:cNvPr>
          <p:cNvGrpSpPr/>
          <p:nvPr/>
        </p:nvGrpSpPr>
        <p:grpSpPr>
          <a:xfrm>
            <a:off x="558737" y="999876"/>
            <a:ext cx="6654926" cy="2743200"/>
            <a:chOff x="558737" y="999876"/>
            <a:chExt cx="6654926" cy="27432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926FF1D-84AA-A3AF-02D7-C63F4287D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14400" y="999876"/>
              <a:ext cx="2743200" cy="27432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5D47B63-623F-0C49-90C9-1CFE59173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70463" y="999876"/>
              <a:ext cx="2743200" cy="27432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A017D0-6A9A-A636-8858-C1140CB3427C}"/>
                    </a:ext>
                  </a:extLst>
                </p:cNvPr>
                <p:cNvSpPr txBox="1"/>
                <p:nvPr/>
              </p:nvSpPr>
              <p:spPr>
                <a:xfrm>
                  <a:off x="558737" y="1004670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CA017D0-6A9A-A636-8858-C1140CB34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737" y="1004670"/>
                  <a:ext cx="355663" cy="307777"/>
                </a:xfrm>
                <a:prstGeom prst="rect">
                  <a:avLst/>
                </a:prstGeom>
                <a:blipFill>
                  <a:blip r:embed="rId4"/>
                  <a:stretch>
                    <a:fillRect r="-13793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8387C6D-607B-95C6-5D92-427B65BC2A0A}"/>
                    </a:ext>
                  </a:extLst>
                </p:cNvPr>
                <p:cNvSpPr txBox="1"/>
                <p:nvPr/>
              </p:nvSpPr>
              <p:spPr>
                <a:xfrm>
                  <a:off x="4114800" y="1004670"/>
                  <a:ext cx="35566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400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sz="1400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8387C6D-607B-95C6-5D92-427B65BC2A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1004670"/>
                  <a:ext cx="355663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17241" b="-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58203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813</TotalTime>
  <Words>36</Words>
  <Application>Microsoft Office PowerPoint</Application>
  <PresentationFormat>Custom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Bauman</dc:creator>
  <cp:lastModifiedBy>Daniel Bauman</cp:lastModifiedBy>
  <cp:revision>2</cp:revision>
  <dcterms:created xsi:type="dcterms:W3CDTF">2026-03-03T05:36:52Z</dcterms:created>
  <dcterms:modified xsi:type="dcterms:W3CDTF">2026-03-19T18:58:34Z</dcterms:modified>
</cp:coreProperties>
</file>