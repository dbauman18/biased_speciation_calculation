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60" r:id="rId4"/>
    <p:sldId id="261" r:id="rId5"/>
    <p:sldId id="258" r:id="rId6"/>
    <p:sldId id="259" r:id="rId7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851A7-F1C6-4417-B1A2-7AC72DF2D5EA}" v="130" dt="2026-01-25T02:01:15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9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Bauman" userId="b4990c641f0077cd" providerId="LiveId" clId="{6DEDCE68-9D2E-4C8C-9998-BD219A3A306C}"/>
    <pc:docChg chg="undo custSel addSld modSld">
      <pc:chgData name="Daniel Bauman" userId="b4990c641f0077cd" providerId="LiveId" clId="{6DEDCE68-9D2E-4C8C-9998-BD219A3A306C}" dt="2026-01-25T02:01:15.206" v="374" actId="20577"/>
      <pc:docMkLst>
        <pc:docMk/>
      </pc:docMkLst>
      <pc:sldChg chg="modSp mod">
        <pc:chgData name="Daniel Bauman" userId="b4990c641f0077cd" providerId="LiveId" clId="{6DEDCE68-9D2E-4C8C-9998-BD219A3A306C}" dt="2026-01-25T02:01:15.206" v="374" actId="20577"/>
        <pc:sldMkLst>
          <pc:docMk/>
          <pc:sldMk cId="4184697988" sldId="259"/>
        </pc:sldMkLst>
        <pc:spChg chg="mod">
          <ac:chgData name="Daniel Bauman" userId="b4990c641f0077cd" providerId="LiveId" clId="{6DEDCE68-9D2E-4C8C-9998-BD219A3A306C}" dt="2026-01-25T02:01:02.906" v="366" actId="20577"/>
          <ac:spMkLst>
            <pc:docMk/>
            <pc:sldMk cId="4184697988" sldId="259"/>
            <ac:spMk id="5" creationId="{E4F2E5B9-7CAA-6D1A-5662-42FAE55F75EE}"/>
          </ac:spMkLst>
        </pc:spChg>
        <pc:spChg chg="mod">
          <ac:chgData name="Daniel Bauman" userId="b4990c641f0077cd" providerId="LiveId" clId="{6DEDCE68-9D2E-4C8C-9998-BD219A3A306C}" dt="2026-01-25T02:01:02.906" v="366" actId="20577"/>
          <ac:spMkLst>
            <pc:docMk/>
            <pc:sldMk cId="4184697988" sldId="259"/>
            <ac:spMk id="6" creationId="{0D2B9634-26F4-E6D1-392D-478A9286917C}"/>
          </ac:spMkLst>
        </pc:spChg>
        <pc:spChg chg="mod">
          <ac:chgData name="Daniel Bauman" userId="b4990c641f0077cd" providerId="LiveId" clId="{6DEDCE68-9D2E-4C8C-9998-BD219A3A306C}" dt="2026-01-25T02:01:02.906" v="366" actId="20577"/>
          <ac:spMkLst>
            <pc:docMk/>
            <pc:sldMk cId="4184697988" sldId="259"/>
            <ac:spMk id="7" creationId="{2B085A2B-8C0E-4102-1495-B8A3257073DD}"/>
          </ac:spMkLst>
        </pc:spChg>
        <pc:spChg chg="mod">
          <ac:chgData name="Daniel Bauman" userId="b4990c641f0077cd" providerId="LiveId" clId="{6DEDCE68-9D2E-4C8C-9998-BD219A3A306C}" dt="2026-01-25T02:01:02.906" v="366" actId="20577"/>
          <ac:spMkLst>
            <pc:docMk/>
            <pc:sldMk cId="4184697988" sldId="259"/>
            <ac:spMk id="8" creationId="{7D0999FA-FD2A-1B9D-903A-4F19A0FBD985}"/>
          </ac:spMkLst>
        </pc:spChg>
        <pc:spChg chg="mod">
          <ac:chgData name="Daniel Bauman" userId="b4990c641f0077cd" providerId="LiveId" clId="{6DEDCE68-9D2E-4C8C-9998-BD219A3A306C}" dt="2026-01-25T02:01:02.906" v="366" actId="20577"/>
          <ac:spMkLst>
            <pc:docMk/>
            <pc:sldMk cId="4184697988" sldId="259"/>
            <ac:spMk id="10" creationId="{267AFE90-EC66-2C91-276E-F0AFAADA9666}"/>
          </ac:spMkLst>
        </pc:spChg>
        <pc:spChg chg="mod">
          <ac:chgData name="Daniel Bauman" userId="b4990c641f0077cd" providerId="LiveId" clId="{6DEDCE68-9D2E-4C8C-9998-BD219A3A306C}" dt="2026-01-25T02:01:15.206" v="374" actId="20577"/>
          <ac:spMkLst>
            <pc:docMk/>
            <pc:sldMk cId="4184697988" sldId="259"/>
            <ac:spMk id="36" creationId="{51B26E3B-EA35-43C7-9863-6B0102168276}"/>
          </ac:spMkLst>
        </pc:spChg>
        <pc:spChg chg="mod">
          <ac:chgData name="Daniel Bauman" userId="b4990c641f0077cd" providerId="LiveId" clId="{6DEDCE68-9D2E-4C8C-9998-BD219A3A306C}" dt="2026-01-25T02:01:02.906" v="366" actId="20577"/>
          <ac:spMkLst>
            <pc:docMk/>
            <pc:sldMk cId="4184697988" sldId="259"/>
            <ac:spMk id="39" creationId="{0556EBC3-D0B4-FCAA-0E74-52FB9838D1FE}"/>
          </ac:spMkLst>
        </pc:spChg>
        <pc:spChg chg="mod">
          <ac:chgData name="Daniel Bauman" userId="b4990c641f0077cd" providerId="LiveId" clId="{6DEDCE68-9D2E-4C8C-9998-BD219A3A306C}" dt="2026-01-25T02:01:09.975" v="370" actId="20577"/>
          <ac:spMkLst>
            <pc:docMk/>
            <pc:sldMk cId="4184697988" sldId="259"/>
            <ac:spMk id="40" creationId="{CE2FD0A3-B525-E8A7-0A39-812B1F167652}"/>
          </ac:spMkLst>
        </pc:spChg>
        <pc:spChg chg="mod">
          <ac:chgData name="Daniel Bauman" userId="b4990c641f0077cd" providerId="LiveId" clId="{6DEDCE68-9D2E-4C8C-9998-BD219A3A306C}" dt="2026-01-25T02:01:02.631" v="364" actId="20577"/>
          <ac:spMkLst>
            <pc:docMk/>
            <pc:sldMk cId="4184697988" sldId="259"/>
            <ac:spMk id="72" creationId="{CD6A14B6-8B20-F770-8E05-042A66C3653E}"/>
          </ac:spMkLst>
        </pc:spChg>
        <pc:spChg chg="mod">
          <ac:chgData name="Daniel Bauman" userId="b4990c641f0077cd" providerId="LiveId" clId="{6DEDCE68-9D2E-4C8C-9998-BD219A3A306C}" dt="2026-01-25T02:01:02.906" v="366" actId="20577"/>
          <ac:spMkLst>
            <pc:docMk/>
            <pc:sldMk cId="4184697988" sldId="259"/>
            <ac:spMk id="74" creationId="{54A940E5-1306-7A7F-A8BB-4C6B7D36526E}"/>
          </ac:spMkLst>
        </pc:spChg>
        <pc:spChg chg="mod">
          <ac:chgData name="Daniel Bauman" userId="b4990c641f0077cd" providerId="LiveId" clId="{6DEDCE68-9D2E-4C8C-9998-BD219A3A306C}" dt="2026-01-25T02:01:02.906" v="366" actId="20577"/>
          <ac:spMkLst>
            <pc:docMk/>
            <pc:sldMk cId="4184697988" sldId="259"/>
            <ac:spMk id="75" creationId="{E72D8483-B4B5-CA84-31D0-8BBAF83A4550}"/>
          </ac:spMkLst>
        </pc:spChg>
        <pc:spChg chg="mod">
          <ac:chgData name="Daniel Bauman" userId="b4990c641f0077cd" providerId="LiveId" clId="{6DEDCE68-9D2E-4C8C-9998-BD219A3A306C}" dt="2026-01-25T02:01:02.906" v="366" actId="20577"/>
          <ac:spMkLst>
            <pc:docMk/>
            <pc:sldMk cId="4184697988" sldId="259"/>
            <ac:spMk id="79" creationId="{B3D2E14D-3527-4212-7E79-1E2E471484CF}"/>
          </ac:spMkLst>
        </pc:spChg>
      </pc:sldChg>
      <pc:sldChg chg="addSp delSp modSp add mod">
        <pc:chgData name="Daniel Bauman" userId="b4990c641f0077cd" providerId="LiveId" clId="{6DEDCE68-9D2E-4C8C-9998-BD219A3A306C}" dt="2026-01-12T23:44:52.868" v="25" actId="1076"/>
        <pc:sldMkLst>
          <pc:docMk/>
          <pc:sldMk cId="715583163" sldId="260"/>
        </pc:sldMkLst>
        <pc:spChg chg="mod">
          <ac:chgData name="Daniel Bauman" userId="b4990c641f0077cd" providerId="LiveId" clId="{6DEDCE68-9D2E-4C8C-9998-BD219A3A306C}" dt="2026-01-12T23:41:28.846" v="2" actId="1076"/>
          <ac:spMkLst>
            <pc:docMk/>
            <pc:sldMk cId="715583163" sldId="260"/>
            <ac:spMk id="2" creationId="{2F26121A-13F5-F3FC-EC7C-5624B20B17A8}"/>
          </ac:spMkLst>
        </pc:spChg>
        <pc:spChg chg="add mod">
          <ac:chgData name="Daniel Bauman" userId="b4990c641f0077cd" providerId="LiveId" clId="{6DEDCE68-9D2E-4C8C-9998-BD219A3A306C}" dt="2026-01-12T23:42:05.149" v="9" actId="20577"/>
          <ac:spMkLst>
            <pc:docMk/>
            <pc:sldMk cId="715583163" sldId="260"/>
            <ac:spMk id="3" creationId="{2BB1CA29-33A4-3620-2B25-B632D247D678}"/>
          </ac:spMkLst>
        </pc:spChg>
        <pc:spChg chg="mod">
          <ac:chgData name="Daniel Bauman" userId="b4990c641f0077cd" providerId="LiveId" clId="{6DEDCE68-9D2E-4C8C-9998-BD219A3A306C}" dt="2026-01-12T23:43:54.777" v="17" actId="14100"/>
          <ac:spMkLst>
            <pc:docMk/>
            <pc:sldMk cId="715583163" sldId="260"/>
            <ac:spMk id="7" creationId="{62572A94-2E43-B375-995F-36D80A0CEE3D}"/>
          </ac:spMkLst>
        </pc:spChg>
        <pc:spChg chg="add mod">
          <ac:chgData name="Daniel Bauman" userId="b4990c641f0077cd" providerId="LiveId" clId="{6DEDCE68-9D2E-4C8C-9998-BD219A3A306C}" dt="2026-01-12T23:44:52.868" v="25" actId="1076"/>
          <ac:spMkLst>
            <pc:docMk/>
            <pc:sldMk cId="715583163" sldId="260"/>
            <ac:spMk id="13" creationId="{7AA2B855-2056-48DF-9D60-BEE7D8C7926B}"/>
          </ac:spMkLst>
        </pc:spChg>
        <pc:spChg chg="mod">
          <ac:chgData name="Daniel Bauman" userId="b4990c641f0077cd" providerId="LiveId" clId="{6DEDCE68-9D2E-4C8C-9998-BD219A3A306C}" dt="2026-01-12T23:41:23.086" v="1" actId="165"/>
          <ac:spMkLst>
            <pc:docMk/>
            <pc:sldMk cId="715583163" sldId="260"/>
            <ac:spMk id="14" creationId="{3A356DFD-3A87-4F91-5BF8-9E9B345C5E20}"/>
          </ac:spMkLst>
        </pc:spChg>
        <pc:spChg chg="mod topLvl">
          <ac:chgData name="Daniel Bauman" userId="b4990c641f0077cd" providerId="LiveId" clId="{6DEDCE68-9D2E-4C8C-9998-BD219A3A306C}" dt="2026-01-12T23:44:04.012" v="18" actId="165"/>
          <ac:spMkLst>
            <pc:docMk/>
            <pc:sldMk cId="715583163" sldId="260"/>
            <ac:spMk id="26" creationId="{B9A0EBEB-47B0-7D39-8CA9-27B257903C29}"/>
          </ac:spMkLst>
        </pc:spChg>
        <pc:spChg chg="mod topLvl">
          <ac:chgData name="Daniel Bauman" userId="b4990c641f0077cd" providerId="LiveId" clId="{6DEDCE68-9D2E-4C8C-9998-BD219A3A306C}" dt="2026-01-12T23:44:31.851" v="21" actId="1076"/>
          <ac:spMkLst>
            <pc:docMk/>
            <pc:sldMk cId="715583163" sldId="260"/>
            <ac:spMk id="29" creationId="{547BEB6C-EE52-CC9C-D1F3-E3F3FA0642E6}"/>
          </ac:spMkLst>
        </pc:spChg>
        <pc:spChg chg="mod topLvl">
          <ac:chgData name="Daniel Bauman" userId="b4990c641f0077cd" providerId="LiveId" clId="{6DEDCE68-9D2E-4C8C-9998-BD219A3A306C}" dt="2026-01-12T23:44:38.280" v="23" actId="1076"/>
          <ac:spMkLst>
            <pc:docMk/>
            <pc:sldMk cId="715583163" sldId="260"/>
            <ac:spMk id="30" creationId="{8DDB0A1D-F023-A82B-436B-D32F9C4BD5CD}"/>
          </ac:spMkLst>
        </pc:spChg>
        <pc:spChg chg="mod topLvl">
          <ac:chgData name="Daniel Bauman" userId="b4990c641f0077cd" providerId="LiveId" clId="{6DEDCE68-9D2E-4C8C-9998-BD219A3A306C}" dt="2026-01-12T23:44:04.012" v="18" actId="165"/>
          <ac:spMkLst>
            <pc:docMk/>
            <pc:sldMk cId="715583163" sldId="260"/>
            <ac:spMk id="31" creationId="{4E100D77-514E-1935-0D7D-672B75F2B065}"/>
          </ac:spMkLst>
        </pc:spChg>
        <pc:spChg chg="mod topLvl">
          <ac:chgData name="Daniel Bauman" userId="b4990c641f0077cd" providerId="LiveId" clId="{6DEDCE68-9D2E-4C8C-9998-BD219A3A306C}" dt="2026-01-12T23:44:14.205" v="19" actId="165"/>
          <ac:spMkLst>
            <pc:docMk/>
            <pc:sldMk cId="715583163" sldId="260"/>
            <ac:spMk id="35" creationId="{CA2D1237-B5BF-3A0B-D470-B07DB1A5D0E0}"/>
          </ac:spMkLst>
        </pc:spChg>
        <pc:spChg chg="mod topLvl">
          <ac:chgData name="Daniel Bauman" userId="b4990c641f0077cd" providerId="LiveId" clId="{6DEDCE68-9D2E-4C8C-9998-BD219A3A306C}" dt="2026-01-12T23:44:14.205" v="19" actId="165"/>
          <ac:spMkLst>
            <pc:docMk/>
            <pc:sldMk cId="715583163" sldId="260"/>
            <ac:spMk id="36" creationId="{A8CD67A0-B1FB-4B3F-8F26-1586B6AC956A}"/>
          </ac:spMkLst>
        </pc:spChg>
        <pc:spChg chg="mod topLvl">
          <ac:chgData name="Daniel Bauman" userId="b4990c641f0077cd" providerId="LiveId" clId="{6DEDCE68-9D2E-4C8C-9998-BD219A3A306C}" dt="2026-01-12T23:44:14.205" v="19" actId="165"/>
          <ac:spMkLst>
            <pc:docMk/>
            <pc:sldMk cId="715583163" sldId="260"/>
            <ac:spMk id="37" creationId="{6FFE2F3B-C823-76AC-F2C9-25EDDDC1D8F1}"/>
          </ac:spMkLst>
        </pc:spChg>
        <pc:spChg chg="mod topLvl">
          <ac:chgData name="Daniel Bauman" userId="b4990c641f0077cd" providerId="LiveId" clId="{6DEDCE68-9D2E-4C8C-9998-BD219A3A306C}" dt="2026-01-12T23:41:32.776" v="3" actId="1076"/>
          <ac:spMkLst>
            <pc:docMk/>
            <pc:sldMk cId="715583163" sldId="260"/>
            <ac:spMk id="40" creationId="{8A63B8F0-8B51-EFE7-9FE6-1896D70B681A}"/>
          </ac:spMkLst>
        </pc:spChg>
        <pc:spChg chg="mod topLvl">
          <ac:chgData name="Daniel Bauman" userId="b4990c641f0077cd" providerId="LiveId" clId="{6DEDCE68-9D2E-4C8C-9998-BD219A3A306C}" dt="2026-01-12T23:41:36.519" v="4" actId="1076"/>
          <ac:spMkLst>
            <pc:docMk/>
            <pc:sldMk cId="715583163" sldId="260"/>
            <ac:spMk id="41" creationId="{E1D776B5-48C5-2B03-7755-CF3C98539935}"/>
          </ac:spMkLst>
        </pc:spChg>
        <pc:spChg chg="mod">
          <ac:chgData name="Daniel Bauman" userId="b4990c641f0077cd" providerId="LiveId" clId="{6DEDCE68-9D2E-4C8C-9998-BD219A3A306C}" dt="2026-01-12T23:41:41.174" v="5" actId="1076"/>
          <ac:spMkLst>
            <pc:docMk/>
            <pc:sldMk cId="715583163" sldId="260"/>
            <ac:spMk id="42" creationId="{13423F05-C832-95A2-02BF-481A33B51E09}"/>
          </ac:spMkLst>
        </pc:spChg>
        <pc:spChg chg="mod topLvl">
          <ac:chgData name="Daniel Bauman" userId="b4990c641f0077cd" providerId="LiveId" clId="{6DEDCE68-9D2E-4C8C-9998-BD219A3A306C}" dt="2026-01-12T23:41:23.086" v="1" actId="165"/>
          <ac:spMkLst>
            <pc:docMk/>
            <pc:sldMk cId="715583163" sldId="260"/>
            <ac:spMk id="43" creationId="{DB104DAC-DF16-6F8D-C1B0-15544809ED75}"/>
          </ac:spMkLst>
        </pc:spChg>
        <pc:spChg chg="mod topLvl">
          <ac:chgData name="Daniel Bauman" userId="b4990c641f0077cd" providerId="LiveId" clId="{6DEDCE68-9D2E-4C8C-9998-BD219A3A306C}" dt="2026-01-12T23:41:23.086" v="1" actId="165"/>
          <ac:spMkLst>
            <pc:docMk/>
            <pc:sldMk cId="715583163" sldId="260"/>
            <ac:spMk id="46" creationId="{6B2D3142-9DF6-1ECF-F829-ED4824C1D9CC}"/>
          </ac:spMkLst>
        </pc:spChg>
        <pc:spChg chg="mod">
          <ac:chgData name="Daniel Bauman" userId="b4990c641f0077cd" providerId="LiveId" clId="{6DEDCE68-9D2E-4C8C-9998-BD219A3A306C}" dt="2026-01-12T23:42:48.671" v="14" actId="1076"/>
          <ac:spMkLst>
            <pc:docMk/>
            <pc:sldMk cId="715583163" sldId="260"/>
            <ac:spMk id="47" creationId="{4CA26644-B23F-8405-C671-4FF35A354ECE}"/>
          </ac:spMkLst>
        </pc:spChg>
        <pc:spChg chg="mod topLvl">
          <ac:chgData name="Daniel Bauman" userId="b4990c641f0077cd" providerId="LiveId" clId="{6DEDCE68-9D2E-4C8C-9998-BD219A3A306C}" dt="2026-01-12T23:41:23.086" v="1" actId="165"/>
          <ac:spMkLst>
            <pc:docMk/>
            <pc:sldMk cId="715583163" sldId="260"/>
            <ac:spMk id="56" creationId="{56F0C9ED-1882-EA69-F3B1-CE547730C3EE}"/>
          </ac:spMkLst>
        </pc:spChg>
        <pc:spChg chg="mod topLvl">
          <ac:chgData name="Daniel Bauman" userId="b4990c641f0077cd" providerId="LiveId" clId="{6DEDCE68-9D2E-4C8C-9998-BD219A3A306C}" dt="2026-01-12T23:41:23.086" v="1" actId="165"/>
          <ac:spMkLst>
            <pc:docMk/>
            <pc:sldMk cId="715583163" sldId="260"/>
            <ac:spMk id="59" creationId="{779D2B87-31F1-BC0C-8F36-7EB9D95784AF}"/>
          </ac:spMkLst>
        </pc:spChg>
        <pc:spChg chg="mod topLvl">
          <ac:chgData name="Daniel Bauman" userId="b4990c641f0077cd" providerId="LiveId" clId="{6DEDCE68-9D2E-4C8C-9998-BD219A3A306C}" dt="2026-01-12T23:41:23.086" v="1" actId="165"/>
          <ac:spMkLst>
            <pc:docMk/>
            <pc:sldMk cId="715583163" sldId="260"/>
            <ac:spMk id="62" creationId="{6C84EE0F-2C3B-5118-5CFE-AB599AF16686}"/>
          </ac:spMkLst>
        </pc:spChg>
        <pc:spChg chg="mod topLvl">
          <ac:chgData name="Daniel Bauman" userId="b4990c641f0077cd" providerId="LiveId" clId="{6DEDCE68-9D2E-4C8C-9998-BD219A3A306C}" dt="2026-01-12T23:41:23.086" v="1" actId="165"/>
          <ac:spMkLst>
            <pc:docMk/>
            <pc:sldMk cId="715583163" sldId="260"/>
            <ac:spMk id="64" creationId="{001216A3-985C-6AC1-DE92-32C827B04218}"/>
          </ac:spMkLst>
        </pc:spChg>
        <pc:grpChg chg="mod">
          <ac:chgData name="Daniel Bauman" userId="b4990c641f0077cd" providerId="LiveId" clId="{6DEDCE68-9D2E-4C8C-9998-BD219A3A306C}" dt="2026-01-12T23:43:54.777" v="17" actId="14100"/>
          <ac:grpSpMkLst>
            <pc:docMk/>
            <pc:sldMk cId="715583163" sldId="260"/>
            <ac:grpSpMk id="15" creationId="{B8117478-55F4-D299-F74F-DA4E7B50B395}"/>
          </ac:grpSpMkLst>
        </pc:grpChg>
        <pc:grpChg chg="mod">
          <ac:chgData name="Daniel Bauman" userId="b4990c641f0077cd" providerId="LiveId" clId="{6DEDCE68-9D2E-4C8C-9998-BD219A3A306C}" dt="2026-01-12T23:43:54.777" v="17" actId="14100"/>
          <ac:grpSpMkLst>
            <pc:docMk/>
            <pc:sldMk cId="715583163" sldId="260"/>
            <ac:grpSpMk id="38" creationId="{C074FAD4-F15B-F77B-5884-7A823A2E4F94}"/>
          </ac:grpSpMkLst>
        </pc:grpChg>
        <pc:cxnChg chg="mod topLvl">
          <ac:chgData name="Daniel Bauman" userId="b4990c641f0077cd" providerId="LiveId" clId="{6DEDCE68-9D2E-4C8C-9998-BD219A3A306C}" dt="2026-01-12T23:44:04.012" v="18" actId="165"/>
          <ac:cxnSpMkLst>
            <pc:docMk/>
            <pc:sldMk cId="715583163" sldId="260"/>
            <ac:cxnSpMk id="24" creationId="{6983D89C-B472-4A1C-29B6-2171366662AD}"/>
          </ac:cxnSpMkLst>
        </pc:cxnChg>
        <pc:cxnChg chg="mod">
          <ac:chgData name="Daniel Bauman" userId="b4990c641f0077cd" providerId="LiveId" clId="{6DEDCE68-9D2E-4C8C-9998-BD219A3A306C}" dt="2026-01-12T23:44:35.813" v="22" actId="1076"/>
          <ac:cxnSpMkLst>
            <pc:docMk/>
            <pc:sldMk cId="715583163" sldId="260"/>
            <ac:cxnSpMk id="27" creationId="{43E9D88B-C81C-EB6A-D91D-772DBC62D46B}"/>
          </ac:cxnSpMkLst>
        </pc:cxnChg>
        <pc:cxnChg chg="mod topLvl">
          <ac:chgData name="Daniel Bauman" userId="b4990c641f0077cd" providerId="LiveId" clId="{6DEDCE68-9D2E-4C8C-9998-BD219A3A306C}" dt="2026-01-12T23:44:14.205" v="19" actId="165"/>
          <ac:cxnSpMkLst>
            <pc:docMk/>
            <pc:sldMk cId="715583163" sldId="260"/>
            <ac:cxnSpMk id="33" creationId="{A3AF3716-7977-11C4-39C1-B919A4A03960}"/>
          </ac:cxnSpMkLst>
        </pc:cxnChg>
        <pc:cxnChg chg="mod topLvl">
          <ac:chgData name="Daniel Bauman" userId="b4990c641f0077cd" providerId="LiveId" clId="{6DEDCE68-9D2E-4C8C-9998-BD219A3A306C}" dt="2026-01-12T23:44:14.205" v="19" actId="165"/>
          <ac:cxnSpMkLst>
            <pc:docMk/>
            <pc:sldMk cId="715583163" sldId="260"/>
            <ac:cxnSpMk id="34" creationId="{08D1E583-C08A-5B55-4798-7314ED323284}"/>
          </ac:cxnSpMkLst>
        </pc:cxnChg>
      </pc:sldChg>
      <pc:sldChg chg="addSp delSp modSp new mod">
        <pc:chgData name="Daniel Bauman" userId="b4990c641f0077cd" providerId="LiveId" clId="{6DEDCE68-9D2E-4C8C-9998-BD219A3A306C}" dt="2026-01-13T00:00:35.081" v="217" actId="1076"/>
        <pc:sldMkLst>
          <pc:docMk/>
          <pc:sldMk cId="4290982170" sldId="261"/>
        </pc:sldMkLst>
        <pc:spChg chg="add mod">
          <ac:chgData name="Daniel Bauman" userId="b4990c641f0077cd" providerId="LiveId" clId="{6DEDCE68-9D2E-4C8C-9998-BD219A3A306C}" dt="2026-01-12T23:58:05.525" v="200" actId="164"/>
          <ac:spMkLst>
            <pc:docMk/>
            <pc:sldMk cId="4290982170" sldId="261"/>
            <ac:spMk id="4" creationId="{C9B7B1A1-72EB-8BCA-0D7C-77B1073DF71B}"/>
          </ac:spMkLst>
        </pc:spChg>
        <pc:spChg chg="add mod">
          <ac:chgData name="Daniel Bauman" userId="b4990c641f0077cd" providerId="LiveId" clId="{6DEDCE68-9D2E-4C8C-9998-BD219A3A306C}" dt="2026-01-12T23:58:05.525" v="200" actId="164"/>
          <ac:spMkLst>
            <pc:docMk/>
            <pc:sldMk cId="4290982170" sldId="261"/>
            <ac:spMk id="12" creationId="{F5F802EE-7CCF-BF99-DDD7-61AA40B6E25D}"/>
          </ac:spMkLst>
        </pc:spChg>
        <pc:spChg chg="add mod ord">
          <ac:chgData name="Daniel Bauman" userId="b4990c641f0077cd" providerId="LiveId" clId="{6DEDCE68-9D2E-4C8C-9998-BD219A3A306C}" dt="2026-01-12T23:58:05.525" v="200" actId="164"/>
          <ac:spMkLst>
            <pc:docMk/>
            <pc:sldMk cId="4290982170" sldId="261"/>
            <ac:spMk id="13" creationId="{203EC756-43D9-A6BE-601A-707126A769B8}"/>
          </ac:spMkLst>
        </pc:spChg>
        <pc:spChg chg="add mod">
          <ac:chgData name="Daniel Bauman" userId="b4990c641f0077cd" providerId="LiveId" clId="{6DEDCE68-9D2E-4C8C-9998-BD219A3A306C}" dt="2026-01-12T23:58:05.525" v="200" actId="164"/>
          <ac:spMkLst>
            <pc:docMk/>
            <pc:sldMk cId="4290982170" sldId="261"/>
            <ac:spMk id="14" creationId="{9AB5D0BC-9C04-7420-6A34-80330E9B713C}"/>
          </ac:spMkLst>
        </pc:spChg>
        <pc:spChg chg="add mod ord">
          <ac:chgData name="Daniel Bauman" userId="b4990c641f0077cd" providerId="LiveId" clId="{6DEDCE68-9D2E-4C8C-9998-BD219A3A306C}" dt="2026-01-12T23:58:05.525" v="200" actId="164"/>
          <ac:spMkLst>
            <pc:docMk/>
            <pc:sldMk cId="4290982170" sldId="261"/>
            <ac:spMk id="15" creationId="{67FDEF06-A581-9B69-6B94-8DA788EE3BB0}"/>
          </ac:spMkLst>
        </pc:spChg>
        <pc:spChg chg="add mod">
          <ac:chgData name="Daniel Bauman" userId="b4990c641f0077cd" providerId="LiveId" clId="{6DEDCE68-9D2E-4C8C-9998-BD219A3A306C}" dt="2026-01-12T23:58:05.525" v="200" actId="164"/>
          <ac:spMkLst>
            <pc:docMk/>
            <pc:sldMk cId="4290982170" sldId="261"/>
            <ac:spMk id="33" creationId="{E19917B3-CD2E-E00A-259B-FAD245217231}"/>
          </ac:spMkLst>
        </pc:spChg>
        <pc:spChg chg="add mod">
          <ac:chgData name="Daniel Bauman" userId="b4990c641f0077cd" providerId="LiveId" clId="{6DEDCE68-9D2E-4C8C-9998-BD219A3A306C}" dt="2026-01-12T23:58:05.525" v="200" actId="164"/>
          <ac:spMkLst>
            <pc:docMk/>
            <pc:sldMk cId="4290982170" sldId="261"/>
            <ac:spMk id="34" creationId="{6EA17E5F-A0B3-397E-FCAB-D25CB8BEDAD7}"/>
          </ac:spMkLst>
        </pc:spChg>
        <pc:spChg chg="add mod">
          <ac:chgData name="Daniel Bauman" userId="b4990c641f0077cd" providerId="LiveId" clId="{6DEDCE68-9D2E-4C8C-9998-BD219A3A306C}" dt="2026-01-12T23:58:05.525" v="200" actId="164"/>
          <ac:spMkLst>
            <pc:docMk/>
            <pc:sldMk cId="4290982170" sldId="261"/>
            <ac:spMk id="36" creationId="{E41D58EC-4340-1563-3598-9E89D1941F35}"/>
          </ac:spMkLst>
        </pc:spChg>
        <pc:spChg chg="add mod">
          <ac:chgData name="Daniel Bauman" userId="b4990c641f0077cd" providerId="LiveId" clId="{6DEDCE68-9D2E-4C8C-9998-BD219A3A306C}" dt="2026-01-12T23:58:05.525" v="200" actId="164"/>
          <ac:spMkLst>
            <pc:docMk/>
            <pc:sldMk cId="4290982170" sldId="261"/>
            <ac:spMk id="40" creationId="{FD564555-866E-6A12-4D59-B4DB116D735B}"/>
          </ac:spMkLst>
        </pc:spChg>
        <pc:spChg chg="add mod">
          <ac:chgData name="Daniel Bauman" userId="b4990c641f0077cd" providerId="LiveId" clId="{6DEDCE68-9D2E-4C8C-9998-BD219A3A306C}" dt="2026-01-12T23:57:57.420" v="199" actId="164"/>
          <ac:spMkLst>
            <pc:docMk/>
            <pc:sldMk cId="4290982170" sldId="261"/>
            <ac:spMk id="42" creationId="{A860037B-6C94-0ED9-753A-E1E1DC1D9D39}"/>
          </ac:spMkLst>
        </pc:spChg>
        <pc:spChg chg="add mod">
          <ac:chgData name="Daniel Bauman" userId="b4990c641f0077cd" providerId="LiveId" clId="{6DEDCE68-9D2E-4C8C-9998-BD219A3A306C}" dt="2026-01-12T23:57:57.420" v="199" actId="164"/>
          <ac:spMkLst>
            <pc:docMk/>
            <pc:sldMk cId="4290982170" sldId="261"/>
            <ac:spMk id="47" creationId="{127C1DC0-90AC-C245-1337-2484E69E7BF2}"/>
          </ac:spMkLst>
        </pc:spChg>
        <pc:spChg chg="add mod">
          <ac:chgData name="Daniel Bauman" userId="b4990c641f0077cd" providerId="LiveId" clId="{6DEDCE68-9D2E-4C8C-9998-BD219A3A306C}" dt="2026-01-12T23:57:57.420" v="199" actId="164"/>
          <ac:spMkLst>
            <pc:docMk/>
            <pc:sldMk cId="4290982170" sldId="261"/>
            <ac:spMk id="51" creationId="{3AA8DC02-AC99-E77F-3A1D-FBCA35C27AF0}"/>
          </ac:spMkLst>
        </pc:spChg>
        <pc:spChg chg="add mod">
          <ac:chgData name="Daniel Bauman" userId="b4990c641f0077cd" providerId="LiveId" clId="{6DEDCE68-9D2E-4C8C-9998-BD219A3A306C}" dt="2026-01-12T23:57:57.420" v="199" actId="164"/>
          <ac:spMkLst>
            <pc:docMk/>
            <pc:sldMk cId="4290982170" sldId="261"/>
            <ac:spMk id="52" creationId="{5B48E297-3142-9B6F-A97E-67106C2AE1FA}"/>
          </ac:spMkLst>
        </pc:spChg>
        <pc:spChg chg="add mod">
          <ac:chgData name="Daniel Bauman" userId="b4990c641f0077cd" providerId="LiveId" clId="{6DEDCE68-9D2E-4C8C-9998-BD219A3A306C}" dt="2026-01-12T23:57:57.420" v="199" actId="164"/>
          <ac:spMkLst>
            <pc:docMk/>
            <pc:sldMk cId="4290982170" sldId="261"/>
            <ac:spMk id="54" creationId="{1BC92B10-973E-CA10-4D81-427557084780}"/>
          </ac:spMkLst>
        </pc:spChg>
        <pc:spChg chg="add mod">
          <ac:chgData name="Daniel Bauman" userId="b4990c641f0077cd" providerId="LiveId" clId="{6DEDCE68-9D2E-4C8C-9998-BD219A3A306C}" dt="2026-01-12T23:57:57.420" v="199" actId="164"/>
          <ac:spMkLst>
            <pc:docMk/>
            <pc:sldMk cId="4290982170" sldId="261"/>
            <ac:spMk id="55" creationId="{042F27CF-D4C4-9CE0-45A5-C1AE26F6501D}"/>
          </ac:spMkLst>
        </pc:spChg>
        <pc:spChg chg="add mod">
          <ac:chgData name="Daniel Bauman" userId="b4990c641f0077cd" providerId="LiveId" clId="{6DEDCE68-9D2E-4C8C-9998-BD219A3A306C}" dt="2026-01-12T23:57:57.420" v="199" actId="164"/>
          <ac:spMkLst>
            <pc:docMk/>
            <pc:sldMk cId="4290982170" sldId="261"/>
            <ac:spMk id="56" creationId="{24A7858D-D176-7CBE-EB6A-6A7A8CD5FD24}"/>
          </ac:spMkLst>
        </pc:spChg>
        <pc:spChg chg="add mod">
          <ac:chgData name="Daniel Bauman" userId="b4990c641f0077cd" providerId="LiveId" clId="{6DEDCE68-9D2E-4C8C-9998-BD219A3A306C}" dt="2026-01-12T23:57:42.634" v="197" actId="164"/>
          <ac:spMkLst>
            <pc:docMk/>
            <pc:sldMk cId="4290982170" sldId="261"/>
            <ac:spMk id="63" creationId="{6A8A1C72-3E0E-54B4-7AC6-048554049530}"/>
          </ac:spMkLst>
        </pc:spChg>
        <pc:spChg chg="add mod">
          <ac:chgData name="Daniel Bauman" userId="b4990c641f0077cd" providerId="LiveId" clId="{6DEDCE68-9D2E-4C8C-9998-BD219A3A306C}" dt="2026-01-12T23:57:42.634" v="197" actId="164"/>
          <ac:spMkLst>
            <pc:docMk/>
            <pc:sldMk cId="4290982170" sldId="261"/>
            <ac:spMk id="64" creationId="{2F05083E-6B91-2D2A-9845-8C16AF5D8217}"/>
          </ac:spMkLst>
        </pc:spChg>
        <pc:spChg chg="add mod">
          <ac:chgData name="Daniel Bauman" userId="b4990c641f0077cd" providerId="LiveId" clId="{6DEDCE68-9D2E-4C8C-9998-BD219A3A306C}" dt="2026-01-12T23:57:42.634" v="197" actId="164"/>
          <ac:spMkLst>
            <pc:docMk/>
            <pc:sldMk cId="4290982170" sldId="261"/>
            <ac:spMk id="66" creationId="{6149F712-0674-9680-8C3A-14CEA6BF1D85}"/>
          </ac:spMkLst>
        </pc:spChg>
        <pc:spChg chg="add mod">
          <ac:chgData name="Daniel Bauman" userId="b4990c641f0077cd" providerId="LiveId" clId="{6DEDCE68-9D2E-4C8C-9998-BD219A3A306C}" dt="2026-01-12T23:57:42.634" v="197" actId="164"/>
          <ac:spMkLst>
            <pc:docMk/>
            <pc:sldMk cId="4290982170" sldId="261"/>
            <ac:spMk id="67" creationId="{86A1FE2B-FA75-FA0B-4F32-F343EDF91172}"/>
          </ac:spMkLst>
        </pc:spChg>
        <pc:spChg chg="add mod">
          <ac:chgData name="Daniel Bauman" userId="b4990c641f0077cd" providerId="LiveId" clId="{6DEDCE68-9D2E-4C8C-9998-BD219A3A306C}" dt="2026-01-12T23:57:42.634" v="197" actId="164"/>
          <ac:spMkLst>
            <pc:docMk/>
            <pc:sldMk cId="4290982170" sldId="261"/>
            <ac:spMk id="68" creationId="{6EA890EA-51B4-3843-D851-78DDCEF59FF8}"/>
          </ac:spMkLst>
        </pc:spChg>
        <pc:spChg chg="add mod">
          <ac:chgData name="Daniel Bauman" userId="b4990c641f0077cd" providerId="LiveId" clId="{6DEDCE68-9D2E-4C8C-9998-BD219A3A306C}" dt="2026-01-12T23:57:48.357" v="198" actId="164"/>
          <ac:spMkLst>
            <pc:docMk/>
            <pc:sldMk cId="4290982170" sldId="261"/>
            <ac:spMk id="70" creationId="{A02130FE-CE03-74AC-196C-3904DB72F796}"/>
          </ac:spMkLst>
        </pc:spChg>
        <pc:spChg chg="add mod">
          <ac:chgData name="Daniel Bauman" userId="b4990c641f0077cd" providerId="LiveId" clId="{6DEDCE68-9D2E-4C8C-9998-BD219A3A306C}" dt="2026-01-12T23:57:48.357" v="198" actId="164"/>
          <ac:spMkLst>
            <pc:docMk/>
            <pc:sldMk cId="4290982170" sldId="261"/>
            <ac:spMk id="71" creationId="{2BF028DE-22B9-F788-7624-328CA5B9EC2D}"/>
          </ac:spMkLst>
        </pc:spChg>
        <pc:spChg chg="add mod">
          <ac:chgData name="Daniel Bauman" userId="b4990c641f0077cd" providerId="LiveId" clId="{6DEDCE68-9D2E-4C8C-9998-BD219A3A306C}" dt="2026-01-12T23:57:48.357" v="198" actId="164"/>
          <ac:spMkLst>
            <pc:docMk/>
            <pc:sldMk cId="4290982170" sldId="261"/>
            <ac:spMk id="73" creationId="{F2927191-C52F-8E62-B001-2F2371444795}"/>
          </ac:spMkLst>
        </pc:spChg>
        <pc:spChg chg="add mod">
          <ac:chgData name="Daniel Bauman" userId="b4990c641f0077cd" providerId="LiveId" clId="{6DEDCE68-9D2E-4C8C-9998-BD219A3A306C}" dt="2026-01-12T23:59:56.677" v="213" actId="1076"/>
          <ac:spMkLst>
            <pc:docMk/>
            <pc:sldMk cId="4290982170" sldId="261"/>
            <ac:spMk id="83" creationId="{B07D8358-866E-7DC8-F5B2-32CF9C1AF490}"/>
          </ac:spMkLst>
        </pc:spChg>
        <pc:spChg chg="add mod">
          <ac:chgData name="Daniel Bauman" userId="b4990c641f0077cd" providerId="LiveId" clId="{6DEDCE68-9D2E-4C8C-9998-BD219A3A306C}" dt="2026-01-13T00:00:25.175" v="215" actId="1076"/>
          <ac:spMkLst>
            <pc:docMk/>
            <pc:sldMk cId="4290982170" sldId="261"/>
            <ac:spMk id="84" creationId="{6BE82CC7-4671-5EE1-0972-A9ECE609321A}"/>
          </ac:spMkLst>
        </pc:spChg>
        <pc:spChg chg="add mod">
          <ac:chgData name="Daniel Bauman" userId="b4990c641f0077cd" providerId="LiveId" clId="{6DEDCE68-9D2E-4C8C-9998-BD219A3A306C}" dt="2026-01-13T00:00:30.320" v="216" actId="1076"/>
          <ac:spMkLst>
            <pc:docMk/>
            <pc:sldMk cId="4290982170" sldId="261"/>
            <ac:spMk id="86" creationId="{6929A6C2-C445-45E1-FCC2-9C0CF8234D63}"/>
          </ac:spMkLst>
        </pc:spChg>
        <pc:spChg chg="add mod">
          <ac:chgData name="Daniel Bauman" userId="b4990c641f0077cd" providerId="LiveId" clId="{6DEDCE68-9D2E-4C8C-9998-BD219A3A306C}" dt="2026-01-13T00:00:35.081" v="217" actId="1076"/>
          <ac:spMkLst>
            <pc:docMk/>
            <pc:sldMk cId="4290982170" sldId="261"/>
            <ac:spMk id="87" creationId="{C707C6BA-B5FE-CB8A-8CD2-03AD32883661}"/>
          </ac:spMkLst>
        </pc:spChg>
        <pc:spChg chg="add mod">
          <ac:chgData name="Daniel Bauman" userId="b4990c641f0077cd" providerId="LiveId" clId="{6DEDCE68-9D2E-4C8C-9998-BD219A3A306C}" dt="2026-01-13T00:00:13.475" v="214"/>
          <ac:spMkLst>
            <pc:docMk/>
            <pc:sldMk cId="4290982170" sldId="261"/>
            <ac:spMk id="89" creationId="{26340BBC-FE5F-7DE1-414A-F265C3EEDC8C}"/>
          </ac:spMkLst>
        </pc:spChg>
        <pc:spChg chg="add mod">
          <ac:chgData name="Daniel Bauman" userId="b4990c641f0077cd" providerId="LiveId" clId="{6DEDCE68-9D2E-4C8C-9998-BD219A3A306C}" dt="2026-01-13T00:00:13.475" v="214"/>
          <ac:spMkLst>
            <pc:docMk/>
            <pc:sldMk cId="4290982170" sldId="261"/>
            <ac:spMk id="90" creationId="{5BBE4C97-FA8B-EC42-A2A1-777C18B1FAD4}"/>
          </ac:spMkLst>
        </pc:spChg>
        <pc:spChg chg="add mod">
          <ac:chgData name="Daniel Bauman" userId="b4990c641f0077cd" providerId="LiveId" clId="{6DEDCE68-9D2E-4C8C-9998-BD219A3A306C}" dt="2026-01-13T00:00:13.475" v="214"/>
          <ac:spMkLst>
            <pc:docMk/>
            <pc:sldMk cId="4290982170" sldId="261"/>
            <ac:spMk id="91" creationId="{AF729F03-4974-45E9-EF85-E162DA1E82CB}"/>
          </ac:spMkLst>
        </pc:spChg>
        <pc:spChg chg="add mod">
          <ac:chgData name="Daniel Bauman" userId="b4990c641f0077cd" providerId="LiveId" clId="{6DEDCE68-9D2E-4C8C-9998-BD219A3A306C}" dt="2026-01-13T00:00:13.475" v="214"/>
          <ac:spMkLst>
            <pc:docMk/>
            <pc:sldMk cId="4290982170" sldId="261"/>
            <ac:spMk id="93" creationId="{56C035A7-43E7-4B8C-8D4F-31B68BF7AA79}"/>
          </ac:spMkLst>
        </pc:spChg>
        <pc:spChg chg="add mod">
          <ac:chgData name="Daniel Bauman" userId="b4990c641f0077cd" providerId="LiveId" clId="{6DEDCE68-9D2E-4C8C-9998-BD219A3A306C}" dt="2026-01-13T00:00:13.475" v="214"/>
          <ac:spMkLst>
            <pc:docMk/>
            <pc:sldMk cId="4290982170" sldId="261"/>
            <ac:spMk id="94" creationId="{F4C50C96-71B9-FF1F-B1E0-D372887C4A73}"/>
          </ac:spMkLst>
        </pc:spChg>
        <pc:spChg chg="add mod">
          <ac:chgData name="Daniel Bauman" userId="b4990c641f0077cd" providerId="LiveId" clId="{6DEDCE68-9D2E-4C8C-9998-BD219A3A306C}" dt="2026-01-13T00:00:13.475" v="214"/>
          <ac:spMkLst>
            <pc:docMk/>
            <pc:sldMk cId="4290982170" sldId="261"/>
            <ac:spMk id="95" creationId="{976DB453-863C-64B8-7B1F-5EB73935D0B6}"/>
          </ac:spMkLst>
        </pc:spChg>
        <pc:spChg chg="add mod">
          <ac:chgData name="Daniel Bauman" userId="b4990c641f0077cd" providerId="LiveId" clId="{6DEDCE68-9D2E-4C8C-9998-BD219A3A306C}" dt="2026-01-13T00:00:13.475" v="214"/>
          <ac:spMkLst>
            <pc:docMk/>
            <pc:sldMk cId="4290982170" sldId="261"/>
            <ac:spMk id="96" creationId="{A33BBE18-B1F2-F457-EE5C-7DD08EC5C8F5}"/>
          </ac:spMkLst>
        </pc:spChg>
        <pc:grpChg chg="add mod">
          <ac:chgData name="Daniel Bauman" userId="b4990c641f0077cd" providerId="LiveId" clId="{6DEDCE68-9D2E-4C8C-9998-BD219A3A306C}" dt="2026-01-12T23:58:28.258" v="201" actId="1076"/>
          <ac:grpSpMkLst>
            <pc:docMk/>
            <pc:sldMk cId="4290982170" sldId="261"/>
            <ac:grpSpMk id="77" creationId="{A40865E8-2062-B697-DB3F-572D44B21173}"/>
          </ac:grpSpMkLst>
        </pc:grpChg>
        <pc:grpChg chg="add mod">
          <ac:chgData name="Daniel Bauman" userId="b4990c641f0077cd" providerId="LiveId" clId="{6DEDCE68-9D2E-4C8C-9998-BD219A3A306C}" dt="2026-01-12T23:57:48.357" v="198" actId="164"/>
          <ac:grpSpMkLst>
            <pc:docMk/>
            <pc:sldMk cId="4290982170" sldId="261"/>
            <ac:grpSpMk id="78" creationId="{ABE1DED3-E515-C5AD-4ACC-1FA7BC56E767}"/>
          </ac:grpSpMkLst>
        </pc:grpChg>
        <pc:grpChg chg="add mod">
          <ac:chgData name="Daniel Bauman" userId="b4990c641f0077cd" providerId="LiveId" clId="{6DEDCE68-9D2E-4C8C-9998-BD219A3A306C}" dt="2026-01-12T23:59:00.327" v="204" actId="1076"/>
          <ac:grpSpMkLst>
            <pc:docMk/>
            <pc:sldMk cId="4290982170" sldId="261"/>
            <ac:grpSpMk id="79" creationId="{8DA2FEA8-BE6B-424C-A97C-00DC9E4DF1D7}"/>
          </ac:grpSpMkLst>
        </pc:grpChg>
        <pc:grpChg chg="add mod">
          <ac:chgData name="Daniel Bauman" userId="b4990c641f0077cd" providerId="LiveId" clId="{6DEDCE68-9D2E-4C8C-9998-BD219A3A306C}" dt="2026-01-12T23:58:52.921" v="203" actId="1076"/>
          <ac:grpSpMkLst>
            <pc:docMk/>
            <pc:sldMk cId="4290982170" sldId="261"/>
            <ac:grpSpMk id="80" creationId="{8132106A-80F7-0774-A926-3CEE4C922F40}"/>
          </ac:grpSpMkLst>
        </pc:grpChg>
        <pc:cxnChg chg="mod">
          <ac:chgData name="Daniel Bauman" userId="b4990c641f0077cd" providerId="LiveId" clId="{6DEDCE68-9D2E-4C8C-9998-BD219A3A306C}" dt="2026-01-12T23:48:08.715" v="61" actId="1076"/>
          <ac:cxnSpMkLst>
            <pc:docMk/>
            <pc:sldMk cId="4290982170" sldId="261"/>
            <ac:cxnSpMk id="3" creationId="{1D2B7D95-6CB6-63B8-E541-EC4FE3D469C4}"/>
          </ac:cxnSpMkLst>
        </pc:cxnChg>
        <pc:cxnChg chg="add mod">
          <ac:chgData name="Daniel Bauman" userId="b4990c641f0077cd" providerId="LiveId" clId="{6DEDCE68-9D2E-4C8C-9998-BD219A3A306C}" dt="2026-01-12T23:54:01.097" v="158" actId="1076"/>
          <ac:cxnSpMkLst>
            <pc:docMk/>
            <pc:sldMk cId="4290982170" sldId="261"/>
            <ac:cxnSpMk id="11" creationId="{D8CE16D1-3F5D-B8AD-BE92-337A39F80FAF}"/>
          </ac:cxnSpMkLst>
        </pc:cxnChg>
        <pc:cxnChg chg="add mod">
          <ac:chgData name="Daniel Bauman" userId="b4990c641f0077cd" providerId="LiveId" clId="{6DEDCE68-9D2E-4C8C-9998-BD219A3A306C}" dt="2026-01-12T23:51:42.253" v="132" actId="14100"/>
          <ac:cxnSpMkLst>
            <pc:docMk/>
            <pc:sldMk cId="4290982170" sldId="261"/>
            <ac:cxnSpMk id="19" creationId="{B7EF9838-E95B-1AE9-444B-E2DCEB80CEEE}"/>
          </ac:cxnSpMkLst>
        </pc:cxnChg>
        <pc:cxnChg chg="add mod">
          <ac:chgData name="Daniel Bauman" userId="b4990c641f0077cd" providerId="LiveId" clId="{6DEDCE68-9D2E-4C8C-9998-BD219A3A306C}" dt="2026-01-12T23:53:01.423" v="146" actId="1076"/>
          <ac:cxnSpMkLst>
            <pc:docMk/>
            <pc:sldMk cId="4290982170" sldId="261"/>
            <ac:cxnSpMk id="21" creationId="{AF5F2555-2855-A88A-C78A-E3BEE533F67A}"/>
          </ac:cxnSpMkLst>
        </pc:cxnChg>
        <pc:cxnChg chg="add mod">
          <ac:chgData name="Daniel Bauman" userId="b4990c641f0077cd" providerId="LiveId" clId="{6DEDCE68-9D2E-4C8C-9998-BD219A3A306C}" dt="2026-01-12T23:53:33.554" v="152" actId="14100"/>
          <ac:cxnSpMkLst>
            <pc:docMk/>
            <pc:sldMk cId="4290982170" sldId="261"/>
            <ac:cxnSpMk id="28" creationId="{8BF16D13-C5E3-22F5-681F-43DD3AF41A98}"/>
          </ac:cxnSpMkLst>
        </pc:cxnChg>
        <pc:cxnChg chg="add mod">
          <ac:chgData name="Daniel Bauman" userId="b4990c641f0077cd" providerId="LiveId" clId="{6DEDCE68-9D2E-4C8C-9998-BD219A3A306C}" dt="2026-01-12T23:52:44.487" v="141" actId="1076"/>
          <ac:cxnSpMkLst>
            <pc:docMk/>
            <pc:sldMk cId="4290982170" sldId="261"/>
            <ac:cxnSpMk id="32" creationId="{533CA66A-1F64-75DF-6534-41CFE4E064A7}"/>
          </ac:cxnSpMkLst>
        </pc:cxnChg>
        <pc:cxnChg chg="add mod">
          <ac:chgData name="Daniel Bauman" userId="b4990c641f0077cd" providerId="LiveId" clId="{6DEDCE68-9D2E-4C8C-9998-BD219A3A306C}" dt="2026-01-12T23:52:44.487" v="141" actId="1076"/>
          <ac:cxnSpMkLst>
            <pc:docMk/>
            <pc:sldMk cId="4290982170" sldId="261"/>
            <ac:cxnSpMk id="35" creationId="{FFB0913D-B48C-84A4-1F6E-9497D390B461}"/>
          </ac:cxnSpMkLst>
        </pc:cxnChg>
        <pc:cxnChg chg="mod">
          <ac:chgData name="Daniel Bauman" userId="b4990c641f0077cd" providerId="LiveId" clId="{6DEDCE68-9D2E-4C8C-9998-BD219A3A306C}" dt="2026-01-12T23:55:30.528" v="175" actId="14100"/>
          <ac:cxnSpMkLst>
            <pc:docMk/>
            <pc:sldMk cId="4290982170" sldId="261"/>
            <ac:cxnSpMk id="41" creationId="{3528B99B-A1B3-FDCE-EEFB-AAD81A7A34A7}"/>
          </ac:cxnSpMkLst>
        </pc:cxnChg>
        <pc:cxnChg chg="mod">
          <ac:chgData name="Daniel Bauman" userId="b4990c641f0077cd" providerId="LiveId" clId="{6DEDCE68-9D2E-4C8C-9998-BD219A3A306C}" dt="2026-01-12T23:54:53.917" v="167" actId="14100"/>
          <ac:cxnSpMkLst>
            <pc:docMk/>
            <pc:sldMk cId="4290982170" sldId="261"/>
            <ac:cxnSpMk id="48" creationId="{DC086589-EA29-640C-ADFC-28472E6E3DEA}"/>
          </ac:cxnSpMkLst>
        </pc:cxnChg>
        <pc:cxnChg chg="add mod">
          <ac:chgData name="Daniel Bauman" userId="b4990c641f0077cd" providerId="LiveId" clId="{6DEDCE68-9D2E-4C8C-9998-BD219A3A306C}" dt="2026-01-12T23:57:57.420" v="199" actId="164"/>
          <ac:cxnSpMkLst>
            <pc:docMk/>
            <pc:sldMk cId="4290982170" sldId="261"/>
            <ac:cxnSpMk id="50" creationId="{FCD34A22-B524-750B-EA7C-F154C5C630B2}"/>
          </ac:cxnSpMkLst>
        </pc:cxnChg>
        <pc:cxnChg chg="mod">
          <ac:chgData name="Daniel Bauman" userId="b4990c641f0077cd" providerId="LiveId" clId="{6DEDCE68-9D2E-4C8C-9998-BD219A3A306C}" dt="2026-01-12T23:57:57.420" v="199" actId="164"/>
          <ac:cxnSpMkLst>
            <pc:docMk/>
            <pc:sldMk cId="4290982170" sldId="261"/>
            <ac:cxnSpMk id="53" creationId="{777BB286-CA49-DA39-5381-E1B3CFDFE929}"/>
          </ac:cxnSpMkLst>
        </pc:cxnChg>
        <pc:cxnChg chg="add mod">
          <ac:chgData name="Daniel Bauman" userId="b4990c641f0077cd" providerId="LiveId" clId="{6DEDCE68-9D2E-4C8C-9998-BD219A3A306C}" dt="2026-01-12T23:57:42.634" v="197" actId="164"/>
          <ac:cxnSpMkLst>
            <pc:docMk/>
            <pc:sldMk cId="4290982170" sldId="261"/>
            <ac:cxnSpMk id="61" creationId="{D76F8045-4AD8-3F5B-B25B-4F5320B18F53}"/>
          </ac:cxnSpMkLst>
        </pc:cxnChg>
        <pc:cxnChg chg="add mod">
          <ac:chgData name="Daniel Bauman" userId="b4990c641f0077cd" providerId="LiveId" clId="{6DEDCE68-9D2E-4C8C-9998-BD219A3A306C}" dt="2026-01-12T23:57:42.634" v="197" actId="164"/>
          <ac:cxnSpMkLst>
            <pc:docMk/>
            <pc:sldMk cId="4290982170" sldId="261"/>
            <ac:cxnSpMk id="62" creationId="{6D72B4B0-E124-7907-13BB-38793C46096A}"/>
          </ac:cxnSpMkLst>
        </pc:cxnChg>
        <pc:cxnChg chg="add mod">
          <ac:chgData name="Daniel Bauman" userId="b4990c641f0077cd" providerId="LiveId" clId="{6DEDCE68-9D2E-4C8C-9998-BD219A3A306C}" dt="2026-01-12T23:57:42.634" v="197" actId="164"/>
          <ac:cxnSpMkLst>
            <pc:docMk/>
            <pc:sldMk cId="4290982170" sldId="261"/>
            <ac:cxnSpMk id="65" creationId="{97553787-5605-2085-1221-B795405B7A69}"/>
          </ac:cxnSpMkLst>
        </pc:cxnChg>
        <pc:cxnChg chg="add mod">
          <ac:chgData name="Daniel Bauman" userId="b4990c641f0077cd" providerId="LiveId" clId="{6DEDCE68-9D2E-4C8C-9998-BD219A3A306C}" dt="2026-01-12T23:57:48.357" v="198" actId="164"/>
          <ac:cxnSpMkLst>
            <pc:docMk/>
            <pc:sldMk cId="4290982170" sldId="261"/>
            <ac:cxnSpMk id="69" creationId="{ADF802CE-4C04-8DAF-7A7F-063620E625C4}"/>
          </ac:cxnSpMkLst>
        </pc:cxnChg>
        <pc:cxnChg chg="add mod">
          <ac:chgData name="Daniel Bauman" userId="b4990c641f0077cd" providerId="LiveId" clId="{6DEDCE68-9D2E-4C8C-9998-BD219A3A306C}" dt="2026-01-12T23:57:48.357" v="198" actId="164"/>
          <ac:cxnSpMkLst>
            <pc:docMk/>
            <pc:sldMk cId="4290982170" sldId="261"/>
            <ac:cxnSpMk id="72" creationId="{B7F66CE9-94DA-9826-EF80-71AD9E456CFA}"/>
          </ac:cxnSpMkLst>
        </pc:cxnChg>
      </pc:sldChg>
      <pc:sldChg chg="addSp delSp modSp add mod">
        <pc:chgData name="Daniel Bauman" userId="b4990c641f0077cd" providerId="LiveId" clId="{6DEDCE68-9D2E-4C8C-9998-BD219A3A306C}" dt="2026-01-21T05:25:19.192" v="258" actId="20577"/>
        <pc:sldMkLst>
          <pc:docMk/>
          <pc:sldMk cId="413350594" sldId="262"/>
        </pc:sldMkLst>
        <pc:spChg chg="mod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2" creationId="{707BFED8-B447-57C8-033D-FC0421618995}"/>
          </ac:spMkLst>
        </pc:spChg>
        <pc:spChg chg="mod">
          <ac:chgData name="Daniel Bauman" userId="b4990c641f0077cd" providerId="LiveId" clId="{6DEDCE68-9D2E-4C8C-9998-BD219A3A306C}" dt="2026-01-21T05:25:14.724" v="254" actId="20577"/>
          <ac:spMkLst>
            <pc:docMk/>
            <pc:sldMk cId="413350594" sldId="262"/>
            <ac:spMk id="6" creationId="{0D8B1CE7-D220-8B65-BB58-841601A815CD}"/>
          </ac:spMkLst>
        </pc:spChg>
        <pc:spChg chg="mod">
          <ac:chgData name="Daniel Bauman" userId="b4990c641f0077cd" providerId="LiveId" clId="{6DEDCE68-9D2E-4C8C-9998-BD219A3A306C}" dt="2026-01-13T00:04:08.640" v="244" actId="14100"/>
          <ac:spMkLst>
            <pc:docMk/>
            <pc:sldMk cId="413350594" sldId="262"/>
            <ac:spMk id="7" creationId="{3B5E4F1E-DA06-D655-6A14-D7BD7557C355}"/>
          </ac:spMkLst>
        </pc:spChg>
        <pc:spChg chg="mod">
          <ac:chgData name="Daniel Bauman" userId="b4990c641f0077cd" providerId="LiveId" clId="{6DEDCE68-9D2E-4C8C-9998-BD219A3A306C}" dt="2026-01-21T05:25:14.724" v="254" actId="20577"/>
          <ac:spMkLst>
            <pc:docMk/>
            <pc:sldMk cId="413350594" sldId="262"/>
            <ac:spMk id="8" creationId="{98305963-C95C-8861-CC7C-B30B2C97107F}"/>
          </ac:spMkLst>
        </pc:spChg>
        <pc:spChg chg="mod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9" creationId="{C70792C5-09B5-9873-0B79-3E67050139AD}"/>
          </ac:spMkLst>
        </pc:spChg>
        <pc:spChg chg="mod">
          <ac:chgData name="Daniel Bauman" userId="b4990c641f0077cd" providerId="LiveId" clId="{6DEDCE68-9D2E-4C8C-9998-BD219A3A306C}" dt="2026-01-13T00:02:42.286" v="235" actId="13822"/>
          <ac:spMkLst>
            <pc:docMk/>
            <pc:sldMk cId="413350594" sldId="262"/>
            <ac:spMk id="12" creationId="{F2BD7315-F929-6E45-0773-7A7C6F568C3F}"/>
          </ac:spMkLst>
        </pc:spChg>
        <pc:spChg chg="mod">
          <ac:chgData name="Daniel Bauman" userId="b4990c641f0077cd" providerId="LiveId" clId="{6DEDCE68-9D2E-4C8C-9998-BD219A3A306C}" dt="2026-01-13T00:02:20.191" v="232" actId="20577"/>
          <ac:spMkLst>
            <pc:docMk/>
            <pc:sldMk cId="413350594" sldId="262"/>
            <ac:spMk id="18" creationId="{347E8468-80B3-F7B5-C12D-D7599610C986}"/>
          </ac:spMkLst>
        </pc:spChg>
        <pc:spChg chg="mod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19" creationId="{8DA840A1-D639-D28F-627F-9BEABF3CFA69}"/>
          </ac:spMkLst>
        </pc:spChg>
        <pc:spChg chg="mod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20" creationId="{E6BF1079-A48A-1B30-354C-39D05B8FCFF4}"/>
          </ac:spMkLst>
        </pc:spChg>
        <pc:spChg chg="mod">
          <ac:chgData name="Daniel Bauman" userId="b4990c641f0077cd" providerId="LiveId" clId="{6DEDCE68-9D2E-4C8C-9998-BD219A3A306C}" dt="2026-01-13T00:04:00.366" v="242" actId="165"/>
          <ac:spMkLst>
            <pc:docMk/>
            <pc:sldMk cId="413350594" sldId="262"/>
            <ac:spMk id="29" creationId="{AEDA0048-A047-B629-5440-4DFE39AB33E4}"/>
          </ac:spMkLst>
        </pc:spChg>
        <pc:spChg chg="mod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30" creationId="{7919ABCD-A4F5-EB3E-9748-95FA57B6B805}"/>
          </ac:spMkLst>
        </pc:spChg>
        <pc:spChg chg="mod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35" creationId="{83E429E3-E41E-74FD-BF6A-1E5915949BDE}"/>
          </ac:spMkLst>
        </pc:spChg>
        <pc:spChg chg="mod">
          <ac:chgData name="Daniel Bauman" userId="b4990c641f0077cd" providerId="LiveId" clId="{6DEDCE68-9D2E-4C8C-9998-BD219A3A306C}" dt="2026-01-13T00:04:00.366" v="242" actId="165"/>
          <ac:spMkLst>
            <pc:docMk/>
            <pc:sldMk cId="413350594" sldId="262"/>
            <ac:spMk id="36" creationId="{5D97F270-07E9-9673-E7BB-12095EFAF862}"/>
          </ac:spMkLst>
        </pc:spChg>
        <pc:spChg chg="mod">
          <ac:chgData name="Daniel Bauman" userId="b4990c641f0077cd" providerId="LiveId" clId="{6DEDCE68-9D2E-4C8C-9998-BD219A3A306C}" dt="2026-01-13T00:02:31.905" v="233" actId="207"/>
          <ac:spMkLst>
            <pc:docMk/>
            <pc:sldMk cId="413350594" sldId="262"/>
            <ac:spMk id="37" creationId="{62034F6B-8AAD-8FE7-F44F-B3EF88C92179}"/>
          </ac:spMkLst>
        </pc:spChg>
        <pc:spChg chg="mod">
          <ac:chgData name="Daniel Bauman" userId="b4990c641f0077cd" providerId="LiveId" clId="{6DEDCE68-9D2E-4C8C-9998-BD219A3A306C}" dt="2026-01-13T00:05:13.283" v="252" actId="164"/>
          <ac:spMkLst>
            <pc:docMk/>
            <pc:sldMk cId="413350594" sldId="262"/>
            <ac:spMk id="41" creationId="{7D2737DE-6859-4D07-61CE-02DD88CDA143}"/>
          </ac:spMkLst>
        </pc:spChg>
        <pc:spChg chg="mod topLvl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42" creationId="{1D3FEEF6-E558-8108-B754-667B8C04C2BF}"/>
          </ac:spMkLst>
        </pc:spChg>
        <pc:spChg chg="mod">
          <ac:chgData name="Daniel Bauman" userId="b4990c641f0077cd" providerId="LiveId" clId="{6DEDCE68-9D2E-4C8C-9998-BD219A3A306C}" dt="2026-01-13T00:04:56.405" v="250" actId="1076"/>
          <ac:spMkLst>
            <pc:docMk/>
            <pc:sldMk cId="413350594" sldId="262"/>
            <ac:spMk id="46" creationId="{1483317C-3D61-512C-F9A2-43C03D9D8529}"/>
          </ac:spMkLst>
        </pc:spChg>
        <pc:spChg chg="mod topLvl">
          <ac:chgData name="Daniel Bauman" userId="b4990c641f0077cd" providerId="LiveId" clId="{6DEDCE68-9D2E-4C8C-9998-BD219A3A306C}" dt="2026-01-13T00:05:13.283" v="252" actId="164"/>
          <ac:spMkLst>
            <pc:docMk/>
            <pc:sldMk cId="413350594" sldId="262"/>
            <ac:spMk id="47" creationId="{40ACB0E9-8D82-D668-68A7-1D1068A40EDA}"/>
          </ac:spMkLst>
        </pc:spChg>
        <pc:spChg chg="mod">
          <ac:chgData name="Daniel Bauman" userId="b4990c641f0077cd" providerId="LiveId" clId="{6DEDCE68-9D2E-4C8C-9998-BD219A3A306C}" dt="2026-01-21T05:25:14.724" v="254" actId="20577"/>
          <ac:spMkLst>
            <pc:docMk/>
            <pc:sldMk cId="413350594" sldId="262"/>
            <ac:spMk id="54" creationId="{C928B158-BDBB-465E-A338-D1921C87417A}"/>
          </ac:spMkLst>
        </pc:spChg>
        <pc:spChg chg="mod topLvl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55" creationId="{46E2F094-45C8-94C5-C786-6B43B277FBC8}"/>
          </ac:spMkLst>
        </pc:spChg>
        <pc:spChg chg="mod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56" creationId="{D740D595-1F53-C3C5-56D3-24B192CA6023}"/>
          </ac:spMkLst>
        </pc:spChg>
        <pc:spChg chg="mod topLvl">
          <ac:chgData name="Daniel Bauman" userId="b4990c641f0077cd" providerId="LiveId" clId="{6DEDCE68-9D2E-4C8C-9998-BD219A3A306C}" dt="2026-01-21T05:25:14.724" v="254" actId="20577"/>
          <ac:spMkLst>
            <pc:docMk/>
            <pc:sldMk cId="413350594" sldId="262"/>
            <ac:spMk id="57" creationId="{E1F7D2D5-4E74-501D-5A75-300C4FEDB18C}"/>
          </ac:spMkLst>
        </pc:spChg>
        <pc:spChg chg="mod">
          <ac:chgData name="Daniel Bauman" userId="b4990c641f0077cd" providerId="LiveId" clId="{6DEDCE68-9D2E-4C8C-9998-BD219A3A306C}" dt="2026-01-13T00:02:20.191" v="232" actId="20577"/>
          <ac:spMkLst>
            <pc:docMk/>
            <pc:sldMk cId="413350594" sldId="262"/>
            <ac:spMk id="58" creationId="{074CC74D-8EBC-EA01-9F6F-51C04CB151B0}"/>
          </ac:spMkLst>
        </pc:spChg>
        <pc:spChg chg="mod topLvl">
          <ac:chgData name="Daniel Bauman" userId="b4990c641f0077cd" providerId="LiveId" clId="{6DEDCE68-9D2E-4C8C-9998-BD219A3A306C}" dt="2026-01-13T00:05:13.283" v="252" actId="164"/>
          <ac:spMkLst>
            <pc:docMk/>
            <pc:sldMk cId="413350594" sldId="262"/>
            <ac:spMk id="59" creationId="{58A5CF51-62D5-CB61-7452-79F44F904532}"/>
          </ac:spMkLst>
        </pc:spChg>
        <pc:spChg chg="mod">
          <ac:chgData name="Daniel Bauman" userId="b4990c641f0077cd" providerId="LiveId" clId="{6DEDCE68-9D2E-4C8C-9998-BD219A3A306C}" dt="2026-01-21T05:25:19.192" v="258" actId="20577"/>
          <ac:spMkLst>
            <pc:docMk/>
            <pc:sldMk cId="413350594" sldId="262"/>
            <ac:spMk id="60" creationId="{60D52E4E-B2F6-805F-CEF3-638EC693F6C2}"/>
          </ac:spMkLst>
        </pc:spChg>
        <pc:spChg chg="mod">
          <ac:chgData name="Daniel Bauman" userId="b4990c641f0077cd" providerId="LiveId" clId="{6DEDCE68-9D2E-4C8C-9998-BD219A3A306C}" dt="2026-01-21T05:25:14.724" v="254" actId="20577"/>
          <ac:spMkLst>
            <pc:docMk/>
            <pc:sldMk cId="413350594" sldId="262"/>
            <ac:spMk id="61" creationId="{5FD09119-A486-A2D8-0FD3-3CF9627811D2}"/>
          </ac:spMkLst>
        </pc:spChg>
        <pc:spChg chg="mod">
          <ac:chgData name="Daniel Bauman" userId="b4990c641f0077cd" providerId="LiveId" clId="{6DEDCE68-9D2E-4C8C-9998-BD219A3A306C}" dt="2026-01-13T00:05:13.283" v="252" actId="164"/>
          <ac:spMkLst>
            <pc:docMk/>
            <pc:sldMk cId="413350594" sldId="262"/>
            <ac:spMk id="62" creationId="{123AC3B1-2DDE-5672-C3C4-9127DCF567DD}"/>
          </ac:spMkLst>
        </pc:spChg>
        <pc:spChg chg="mod">
          <ac:chgData name="Daniel Bauman" userId="b4990c641f0077cd" providerId="LiveId" clId="{6DEDCE68-9D2E-4C8C-9998-BD219A3A306C}" dt="2026-01-21T05:25:14.724" v="254" actId="20577"/>
          <ac:spMkLst>
            <pc:docMk/>
            <pc:sldMk cId="413350594" sldId="262"/>
            <ac:spMk id="63" creationId="{8C6986AF-6113-54B3-4CFE-3D01F217ABC1}"/>
          </ac:spMkLst>
        </pc:spChg>
        <pc:spChg chg="mod topLvl">
          <ac:chgData name="Daniel Bauman" userId="b4990c641f0077cd" providerId="LiveId" clId="{6DEDCE68-9D2E-4C8C-9998-BD219A3A306C}" dt="2026-01-13T00:05:13.283" v="252" actId="164"/>
          <ac:spMkLst>
            <pc:docMk/>
            <pc:sldMk cId="413350594" sldId="262"/>
            <ac:spMk id="64" creationId="{98D85E6D-1DD8-5D9D-36D7-EA818EF4F40C}"/>
          </ac:spMkLst>
        </pc:spChg>
        <pc:grpChg chg="mod">
          <ac:chgData name="Daniel Bauman" userId="b4990c641f0077cd" providerId="LiveId" clId="{6DEDCE68-9D2E-4C8C-9998-BD219A3A306C}" dt="2026-01-13T00:04:08.640" v="244" actId="14100"/>
          <ac:grpSpMkLst>
            <pc:docMk/>
            <pc:sldMk cId="413350594" sldId="262"/>
            <ac:grpSpMk id="15" creationId="{48D0738F-1234-8182-A098-5FACEC383D1D}"/>
          </ac:grpSpMkLst>
        </pc:grpChg>
        <pc:grpChg chg="mod">
          <ac:chgData name="Daniel Bauman" userId="b4990c641f0077cd" providerId="LiveId" clId="{6DEDCE68-9D2E-4C8C-9998-BD219A3A306C}" dt="2026-01-13T00:04:08.640" v="244" actId="14100"/>
          <ac:grpSpMkLst>
            <pc:docMk/>
            <pc:sldMk cId="413350594" sldId="262"/>
            <ac:grpSpMk id="38" creationId="{DFDB6F18-4F56-4F68-AB8A-9A4ED9404CBD}"/>
          </ac:grpSpMkLst>
        </pc:grpChg>
        <pc:grpChg chg="mod">
          <ac:chgData name="Daniel Bauman" userId="b4990c641f0077cd" providerId="LiveId" clId="{6DEDCE68-9D2E-4C8C-9998-BD219A3A306C}" dt="2026-01-13T00:04:08.640" v="244" actId="14100"/>
          <ac:grpSpMkLst>
            <pc:docMk/>
            <pc:sldMk cId="413350594" sldId="262"/>
            <ac:grpSpMk id="39" creationId="{238C3E7C-01FC-4880-800A-16C4C2E98067}"/>
          </ac:grpSpMkLst>
        </pc:grpChg>
        <pc:cxnChg chg="mod">
          <ac:chgData name="Daniel Bauman" userId="b4990c641f0077cd" providerId="LiveId" clId="{6DEDCE68-9D2E-4C8C-9998-BD219A3A306C}" dt="2026-01-13T00:04:44.562" v="249" actId="14100"/>
          <ac:cxnSpMkLst>
            <pc:docMk/>
            <pc:sldMk cId="413350594" sldId="262"/>
            <ac:cxnSpMk id="49" creationId="{2E07CD3B-4079-CBE4-6499-340943F12D9A}"/>
          </ac:cxnSpMkLst>
        </pc:cxnChg>
        <pc:cxnChg chg="mod">
          <ac:chgData name="Daniel Bauman" userId="b4990c641f0077cd" providerId="LiveId" clId="{6DEDCE68-9D2E-4C8C-9998-BD219A3A306C}" dt="2026-01-13T00:04:38.811" v="248" actId="14100"/>
          <ac:cxnSpMkLst>
            <pc:docMk/>
            <pc:sldMk cId="413350594" sldId="262"/>
            <ac:cxnSpMk id="51" creationId="{0C07CDDA-4A02-10E9-2E28-EC7BDADB6191}"/>
          </ac:cxnSpMkLst>
        </pc:cxnChg>
        <pc:cxnChg chg="mod">
          <ac:chgData name="Daniel Bauman" userId="b4990c641f0077cd" providerId="LiveId" clId="{6DEDCE68-9D2E-4C8C-9998-BD219A3A306C}" dt="2026-01-13T00:04:33.464" v="247" actId="14100"/>
          <ac:cxnSpMkLst>
            <pc:docMk/>
            <pc:sldMk cId="413350594" sldId="262"/>
            <ac:cxnSpMk id="52" creationId="{82F091DA-840D-BB81-F02A-444C5502C95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1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7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0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0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6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4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6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67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68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4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E944E-439C-4400-9867-B448A42A17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36898-B620-4B68-86D8-4A8DE247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29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0.png"/><Relationship Id="rId18" Type="http://schemas.openxmlformats.org/officeDocument/2006/relationships/image" Target="../media/image34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35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38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25.png"/><Relationship Id="rId1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39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41.png"/><Relationship Id="rId4" Type="http://schemas.openxmlformats.org/officeDocument/2006/relationships/image" Target="../media/image44.png"/><Relationship Id="rId9" Type="http://schemas.openxmlformats.org/officeDocument/2006/relationships/image" Target="../media/image40.pn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90.png"/><Relationship Id="rId18" Type="http://schemas.openxmlformats.org/officeDocument/2006/relationships/image" Target="../media/image340.png"/><Relationship Id="rId3" Type="http://schemas.openxmlformats.org/officeDocument/2006/relationships/image" Target="../media/image190.png"/><Relationship Id="rId7" Type="http://schemas.openxmlformats.org/officeDocument/2006/relationships/image" Target="../media/image230.png"/><Relationship Id="rId12" Type="http://schemas.openxmlformats.org/officeDocument/2006/relationships/image" Target="../media/image280.png"/><Relationship Id="rId17" Type="http://schemas.openxmlformats.org/officeDocument/2006/relationships/image" Target="../media/image330.png"/><Relationship Id="rId2" Type="http://schemas.openxmlformats.org/officeDocument/2006/relationships/image" Target="../media/image180.png"/><Relationship Id="rId16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11" Type="http://schemas.openxmlformats.org/officeDocument/2006/relationships/image" Target="../media/image270.png"/><Relationship Id="rId5" Type="http://schemas.openxmlformats.org/officeDocument/2006/relationships/image" Target="../media/image210.png"/><Relationship Id="rId15" Type="http://schemas.openxmlformats.org/officeDocument/2006/relationships/image" Target="../media/image310.png"/><Relationship Id="rId10" Type="http://schemas.openxmlformats.org/officeDocument/2006/relationships/image" Target="../media/image260.png"/><Relationship Id="rId4" Type="http://schemas.openxmlformats.org/officeDocument/2006/relationships/image" Target="../media/image200.png"/><Relationship Id="rId9" Type="http://schemas.openxmlformats.org/officeDocument/2006/relationships/image" Target="../media/image250.png"/><Relationship Id="rId14" Type="http://schemas.openxmlformats.org/officeDocument/2006/relationships/image" Target="../media/image30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460.png"/><Relationship Id="rId18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450.png"/><Relationship Id="rId17" Type="http://schemas.openxmlformats.org/officeDocument/2006/relationships/image" Target="../media/image500.png"/><Relationship Id="rId2" Type="http://schemas.openxmlformats.org/officeDocument/2006/relationships/image" Target="../media/image350.png"/><Relationship Id="rId16" Type="http://schemas.openxmlformats.org/officeDocument/2006/relationships/image" Target="../media/image4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0.png"/><Relationship Id="rId11" Type="http://schemas.openxmlformats.org/officeDocument/2006/relationships/image" Target="../media/image50.png"/><Relationship Id="rId5" Type="http://schemas.openxmlformats.org/officeDocument/2006/relationships/image" Target="../media/image380.png"/><Relationship Id="rId15" Type="http://schemas.openxmlformats.org/officeDocument/2006/relationships/image" Target="../media/image480.png"/><Relationship Id="rId10" Type="http://schemas.openxmlformats.org/officeDocument/2006/relationships/image" Target="../media/image430.png"/><Relationship Id="rId4" Type="http://schemas.openxmlformats.org/officeDocument/2006/relationships/image" Target="../media/image46.png"/><Relationship Id="rId9" Type="http://schemas.openxmlformats.org/officeDocument/2006/relationships/image" Target="../media/image49.png"/><Relationship Id="rId14" Type="http://schemas.openxmlformats.org/officeDocument/2006/relationships/image" Target="../media/image4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B9652838-4A8D-130F-3663-F14AB8C68262}"/>
              </a:ext>
            </a:extLst>
          </p:cNvPr>
          <p:cNvGrpSpPr/>
          <p:nvPr/>
        </p:nvGrpSpPr>
        <p:grpSpPr>
          <a:xfrm>
            <a:off x="469907" y="3454401"/>
            <a:ext cx="11351879" cy="3202606"/>
            <a:chOff x="469905" y="2311400"/>
            <a:chExt cx="11351879" cy="32026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276F72E-856E-EE40-3DAA-FEA3B8A3828B}"/>
                    </a:ext>
                  </a:extLst>
                </p:cNvPr>
                <p:cNvSpPr txBox="1"/>
                <p:nvPr/>
              </p:nvSpPr>
              <p:spPr>
                <a:xfrm>
                  <a:off x="771722" y="2344273"/>
                  <a:ext cx="64831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276F72E-856E-EE40-3DAA-FEA3B8A38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722" y="2344273"/>
                  <a:ext cx="648319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A665099-E36D-F0CB-2F5E-F2F2E1DC4197}"/>
                </a:ext>
              </a:extLst>
            </p:cNvPr>
            <p:cNvSpPr/>
            <p:nvPr/>
          </p:nvSpPr>
          <p:spPr>
            <a:xfrm>
              <a:off x="1005790" y="2918940"/>
              <a:ext cx="182880" cy="1828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F35FE9A-C0A1-51AA-FD9F-B5C41C3EC96A}"/>
                </a:ext>
              </a:extLst>
            </p:cNvPr>
            <p:cNvGrpSpPr/>
            <p:nvPr/>
          </p:nvGrpSpPr>
          <p:grpSpPr>
            <a:xfrm>
              <a:off x="2139495" y="2929048"/>
              <a:ext cx="1614871" cy="770646"/>
              <a:chOff x="2822398" y="2103601"/>
              <a:chExt cx="1614871" cy="770646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1A8E56B-9FD6-AF83-A8C8-038157C1DB6F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3522869" y="2488924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42ED24B6-B8ED-2C04-AAD7-D1F07904B93E}"/>
                  </a:ext>
                </a:extLst>
              </p:cNvPr>
              <p:cNvCxnSpPr>
                <a:cxnSpLocks/>
              </p:cNvCxnSpPr>
              <p:nvPr/>
            </p:nvCxnSpPr>
            <p:spPr>
              <a:xfrm rot="-2400000">
                <a:off x="2822398" y="2488924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3F55597-31DE-A6A4-BE5D-35B72C36E10E}"/>
                  </a:ext>
                </a:extLst>
              </p:cNvPr>
              <p:cNvSpPr/>
              <p:nvPr/>
            </p:nvSpPr>
            <p:spPr>
              <a:xfrm>
                <a:off x="2837922" y="2691367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8EDABC5-4D46-B0D3-AC85-B181C9FC3127}"/>
                  </a:ext>
                </a:extLst>
              </p:cNvPr>
              <p:cNvSpPr/>
              <p:nvPr/>
            </p:nvSpPr>
            <p:spPr>
              <a:xfrm>
                <a:off x="4238866" y="2691367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2503DED-5DEE-2FB3-F9D1-8F98C2DFB885}"/>
                  </a:ext>
                </a:extLst>
              </p:cNvPr>
              <p:cNvSpPr/>
              <p:nvPr/>
            </p:nvSpPr>
            <p:spPr>
              <a:xfrm>
                <a:off x="3538392" y="2103601"/>
                <a:ext cx="182880" cy="182880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8F5048C-0D76-7145-962F-59F5BAC23019}"/>
                </a:ext>
              </a:extLst>
            </p:cNvPr>
            <p:cNvGrpSpPr/>
            <p:nvPr/>
          </p:nvGrpSpPr>
          <p:grpSpPr>
            <a:xfrm>
              <a:off x="4568278" y="2934550"/>
              <a:ext cx="2294764" cy="1358413"/>
              <a:chOff x="4971143" y="667304"/>
              <a:chExt cx="2294764" cy="1358413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31E2E0D-0233-DCBC-D556-B7FF7D150EF9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5651038" y="1052627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A304B03-A658-C015-BE3E-9692F6FAB299}"/>
                  </a:ext>
                </a:extLst>
              </p:cNvPr>
              <p:cNvCxnSpPr>
                <a:cxnSpLocks/>
              </p:cNvCxnSpPr>
              <p:nvPr/>
            </p:nvCxnSpPr>
            <p:spPr>
              <a:xfrm rot="19200000">
                <a:off x="4971143" y="1052628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35C6900-A3C2-AE6B-D675-5F3DE383650B}"/>
                  </a:ext>
                </a:extLst>
              </p:cNvPr>
              <p:cNvSpPr/>
              <p:nvPr/>
            </p:nvSpPr>
            <p:spPr>
              <a:xfrm>
                <a:off x="4983056" y="1255070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6B111AE-65BA-0D5C-8DD0-46BB876E5A2F}"/>
                  </a:ext>
                </a:extLst>
              </p:cNvPr>
              <p:cNvSpPr/>
              <p:nvPr/>
            </p:nvSpPr>
            <p:spPr>
              <a:xfrm>
                <a:off x="5666561" y="667304"/>
                <a:ext cx="182880" cy="182880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67B1DB1-80C6-239B-D3E3-C6371D25C465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6351507" y="1640394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F3539C8-A0CD-2C26-CF1A-55AA1A9C6759}"/>
                  </a:ext>
                </a:extLst>
              </p:cNvPr>
              <p:cNvCxnSpPr>
                <a:cxnSpLocks/>
              </p:cNvCxnSpPr>
              <p:nvPr/>
            </p:nvCxnSpPr>
            <p:spPr>
              <a:xfrm rot="19200000">
                <a:off x="5651036" y="1640394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6544042-76D3-DB2F-E143-618E581199F7}"/>
                  </a:ext>
                </a:extLst>
              </p:cNvPr>
              <p:cNvSpPr/>
              <p:nvPr/>
            </p:nvSpPr>
            <p:spPr>
              <a:xfrm>
                <a:off x="5666560" y="1842837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147131-433B-D58E-083E-3DFA57A00773}"/>
                  </a:ext>
                </a:extLst>
              </p:cNvPr>
              <p:cNvSpPr/>
              <p:nvPr/>
            </p:nvSpPr>
            <p:spPr>
              <a:xfrm>
                <a:off x="7067504" y="1842837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17C9B29-EE48-CDFC-0E8F-A34FB5366063}"/>
                  </a:ext>
                </a:extLst>
              </p:cNvPr>
              <p:cNvSpPr/>
              <p:nvPr/>
            </p:nvSpPr>
            <p:spPr>
              <a:xfrm>
                <a:off x="6367030" y="1255071"/>
                <a:ext cx="182880" cy="182880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05C1831-9DE7-6FA0-F0BB-CE6E2A026C50}"/>
                </a:ext>
              </a:extLst>
            </p:cNvPr>
            <p:cNvGrpSpPr/>
            <p:nvPr/>
          </p:nvGrpSpPr>
          <p:grpSpPr>
            <a:xfrm>
              <a:off x="7625863" y="2934550"/>
              <a:ext cx="3716287" cy="1946179"/>
              <a:chOff x="5769913" y="4111470"/>
              <a:chExt cx="3716287" cy="1946179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58FC28F-8476-AA9C-9A20-8210AF7E4F35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7871331" y="4496793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2769C78-B04A-9CBA-3619-7D4D3815CDD0}"/>
                  </a:ext>
                </a:extLst>
              </p:cNvPr>
              <p:cNvCxnSpPr>
                <a:cxnSpLocks/>
              </p:cNvCxnSpPr>
              <p:nvPr/>
            </p:nvCxnSpPr>
            <p:spPr>
              <a:xfrm rot="19200000">
                <a:off x="6363422" y="4790679"/>
                <a:ext cx="18288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AA36855-F231-4933-F6DF-945F6292100C}"/>
                  </a:ext>
                </a:extLst>
              </p:cNvPr>
              <p:cNvSpPr/>
              <p:nvPr/>
            </p:nvSpPr>
            <p:spPr>
              <a:xfrm>
                <a:off x="7886854" y="4111470"/>
                <a:ext cx="182880" cy="182880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F911975-FE57-6E3C-ED7C-A87FFDBB5FE9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8571800" y="5084560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49AC232-3B3D-BA0A-C104-E2B651146832}"/>
                  </a:ext>
                </a:extLst>
              </p:cNvPr>
              <p:cNvCxnSpPr>
                <a:cxnSpLocks/>
              </p:cNvCxnSpPr>
              <p:nvPr/>
            </p:nvCxnSpPr>
            <p:spPr>
              <a:xfrm rot="19200000">
                <a:off x="7871329" y="5084560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06E82B1-6521-194F-90AB-F40FE1F9BDD9}"/>
                  </a:ext>
                </a:extLst>
              </p:cNvPr>
              <p:cNvSpPr/>
              <p:nvPr/>
            </p:nvSpPr>
            <p:spPr>
              <a:xfrm>
                <a:off x="7886853" y="5287003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92AEC07-2C9F-D0C9-02FD-A76DFA7A6B43}"/>
                  </a:ext>
                </a:extLst>
              </p:cNvPr>
              <p:cNvSpPr/>
              <p:nvPr/>
            </p:nvSpPr>
            <p:spPr>
              <a:xfrm>
                <a:off x="9287797" y="5287003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A6A1145-3508-9B88-480C-B50001AA3CDD}"/>
                  </a:ext>
                </a:extLst>
              </p:cNvPr>
              <p:cNvSpPr/>
              <p:nvPr/>
            </p:nvSpPr>
            <p:spPr>
              <a:xfrm>
                <a:off x="8587323" y="4699237"/>
                <a:ext cx="182880" cy="182880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4FF349B-BED2-B67F-F175-1956D1B4B613}"/>
                  </a:ext>
                </a:extLst>
              </p:cNvPr>
              <p:cNvGrpSpPr/>
              <p:nvPr/>
            </p:nvGrpSpPr>
            <p:grpSpPr>
              <a:xfrm>
                <a:off x="5769913" y="5287003"/>
                <a:ext cx="1614871" cy="770646"/>
                <a:chOff x="2822398" y="2103601"/>
                <a:chExt cx="1614871" cy="770646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33C6CDB6-7044-78DA-E584-912691CDF7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00000">
                  <a:off x="3522869" y="2488924"/>
                  <a:ext cx="9144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6F503CA8-B48C-6694-908F-A98314BE27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-2400000">
                  <a:off x="2822398" y="2488924"/>
                  <a:ext cx="9144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30A1F1C1-1041-A4D9-A907-62A387FB3A93}"/>
                    </a:ext>
                  </a:extLst>
                </p:cNvPr>
                <p:cNvSpPr/>
                <p:nvPr/>
              </p:nvSpPr>
              <p:spPr>
                <a:xfrm>
                  <a:off x="2837922" y="2691367"/>
                  <a:ext cx="182880" cy="182880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8A62B2B-8C6B-836F-E3E1-22B3756DA4C4}"/>
                    </a:ext>
                  </a:extLst>
                </p:cNvPr>
                <p:cNvSpPr/>
                <p:nvPr/>
              </p:nvSpPr>
              <p:spPr>
                <a:xfrm>
                  <a:off x="4238866" y="2691367"/>
                  <a:ext cx="182880" cy="182880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E64D0D98-DE1F-3283-9069-ADF66169A1C1}"/>
                    </a:ext>
                  </a:extLst>
                </p:cNvPr>
                <p:cNvSpPr/>
                <p:nvPr/>
              </p:nvSpPr>
              <p:spPr>
                <a:xfrm>
                  <a:off x="3538392" y="2103601"/>
                  <a:ext cx="182880" cy="182880"/>
                </a:xfrm>
                <a:prstGeom prst="ellipse">
                  <a:avLst/>
                </a:prstGeom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32D0E6-0BB3-D654-0355-E10EA9F1499D}"/>
                    </a:ext>
                  </a:extLst>
                </p:cNvPr>
                <p:cNvSpPr txBox="1"/>
                <p:nvPr/>
              </p:nvSpPr>
              <p:spPr>
                <a:xfrm>
                  <a:off x="2617185" y="2344273"/>
                  <a:ext cx="65780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32D0E6-0BB3-D654-0355-E10EA9F149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185" y="2344273"/>
                  <a:ext cx="65780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9896159-C3CA-D0E2-DEF5-118D8E438C53}"/>
                    </a:ext>
                  </a:extLst>
                </p:cNvPr>
                <p:cNvSpPr txBox="1"/>
                <p:nvPr/>
              </p:nvSpPr>
              <p:spPr>
                <a:xfrm>
                  <a:off x="5402501" y="2343754"/>
                  <a:ext cx="65780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9896159-C3CA-D0E2-DEF5-118D8E438C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2501" y="2343754"/>
                  <a:ext cx="657809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497F52F-B9C9-4731-5CBA-3F8A923C18B4}"/>
                    </a:ext>
                  </a:extLst>
                </p:cNvPr>
                <p:cNvSpPr txBox="1"/>
                <p:nvPr/>
              </p:nvSpPr>
              <p:spPr>
                <a:xfrm>
                  <a:off x="9210288" y="2334165"/>
                  <a:ext cx="64575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497F52F-B9C9-4731-5CBA-3F8A923C18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0288" y="2334165"/>
                  <a:ext cx="645754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34ED6E5-6337-08E2-DF10-5AFA8B14D3E0}"/>
                    </a:ext>
                  </a:extLst>
                </p:cNvPr>
                <p:cNvSpPr txBox="1"/>
                <p:nvPr/>
              </p:nvSpPr>
              <p:spPr>
                <a:xfrm>
                  <a:off x="656018" y="3121651"/>
                  <a:ext cx="77232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34ED6E5-6337-08E2-DF10-5AFA8B14D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18" y="3121651"/>
                  <a:ext cx="772327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7CE3984-FA48-3506-DD96-FFB8C33C5711}"/>
                    </a:ext>
                  </a:extLst>
                </p:cNvPr>
                <p:cNvSpPr txBox="1"/>
                <p:nvPr/>
              </p:nvSpPr>
              <p:spPr>
                <a:xfrm>
                  <a:off x="542009" y="4875227"/>
                  <a:ext cx="10593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7CE3984-FA48-3506-DD96-FFB8C33C5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009" y="4875227"/>
                  <a:ext cx="105932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9F1C397-5156-01F8-75B0-669AC694C54E}"/>
                </a:ext>
              </a:extLst>
            </p:cNvPr>
            <p:cNvSpPr/>
            <p:nvPr/>
          </p:nvSpPr>
          <p:spPr>
            <a:xfrm>
              <a:off x="469905" y="2311400"/>
              <a:ext cx="11302920" cy="3200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3E408BB-7DB6-F8D9-BB50-7BDFD14A63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4555" y="2313606"/>
              <a:ext cx="0" cy="32004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0408771-B6F2-7B2B-994E-1C9E12EF3F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9305" y="2311400"/>
              <a:ext cx="0" cy="32004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1A63972-8165-743D-CC4F-DF9DF4FB3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3505" y="2311400"/>
              <a:ext cx="0" cy="32004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6DE0211-F291-4301-6591-AB4FB40EB5B6}"/>
                    </a:ext>
                  </a:extLst>
                </p:cNvPr>
                <p:cNvSpPr txBox="1"/>
                <p:nvPr/>
              </p:nvSpPr>
              <p:spPr>
                <a:xfrm>
                  <a:off x="1792168" y="3698602"/>
                  <a:ext cx="90858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6DE0211-F291-4301-6591-AB4FB40EB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2168" y="3698602"/>
                  <a:ext cx="90858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2E3323D-941B-F243-F5AD-55C847CC77E6}"/>
                    </a:ext>
                  </a:extLst>
                </p:cNvPr>
                <p:cNvSpPr txBox="1"/>
                <p:nvPr/>
              </p:nvSpPr>
              <p:spPr>
                <a:xfrm>
                  <a:off x="3202435" y="3705196"/>
                  <a:ext cx="90858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2E3323D-941B-F243-F5AD-55C847CC77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435" y="3705196"/>
                  <a:ext cx="908582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CC976EB-A9F4-D6FE-D728-93571D1CBC45}"/>
                    </a:ext>
                  </a:extLst>
                </p:cNvPr>
                <p:cNvSpPr txBox="1"/>
                <p:nvPr/>
              </p:nvSpPr>
              <p:spPr>
                <a:xfrm>
                  <a:off x="4221368" y="3698602"/>
                  <a:ext cx="90858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CC976EB-A9F4-D6FE-D728-93571D1CB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368" y="3698602"/>
                  <a:ext cx="908582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A0117C2-CC32-1F02-C888-E76E8E2B6815}"/>
                    </a:ext>
                  </a:extLst>
                </p:cNvPr>
                <p:cNvSpPr txBox="1"/>
                <p:nvPr/>
              </p:nvSpPr>
              <p:spPr>
                <a:xfrm>
                  <a:off x="4898496" y="4334902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=0.24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A0117C2-CC32-1F02-C888-E76E8E2B68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8496" y="4334902"/>
                  <a:ext cx="1007968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04362B4-1F48-9519-2A6D-18BC88EB39C4}"/>
                    </a:ext>
                  </a:extLst>
                </p:cNvPr>
                <p:cNvSpPr txBox="1"/>
                <p:nvPr/>
              </p:nvSpPr>
              <p:spPr>
                <a:xfrm>
                  <a:off x="6318818" y="4334902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=0.56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04362B4-1F48-9519-2A6D-18BC88EB3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8818" y="4334902"/>
                  <a:ext cx="1007968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EDF5085-D210-380A-5E5D-932E7A278E36}"/>
                    </a:ext>
                  </a:extLst>
                </p:cNvPr>
                <p:cNvSpPr txBox="1"/>
                <p:nvPr/>
              </p:nvSpPr>
              <p:spPr>
                <a:xfrm>
                  <a:off x="2383991" y="4875227"/>
                  <a:ext cx="1064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=0.3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EDF5085-D210-380A-5E5D-932E7A278E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3991" y="4875227"/>
                  <a:ext cx="106465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18B7D69-25AD-2D52-FB20-B593F2DE8DAE}"/>
                    </a:ext>
                  </a:extLst>
                </p:cNvPr>
                <p:cNvSpPr txBox="1"/>
                <p:nvPr/>
              </p:nvSpPr>
              <p:spPr>
                <a:xfrm>
                  <a:off x="5087498" y="4875227"/>
                  <a:ext cx="1064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=0.9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18B7D69-25AD-2D52-FB20-B593F2DE8D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7498" y="4875227"/>
                  <a:ext cx="106465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C0F9EB8-2741-29A5-3B13-790A26B3009A}"/>
                    </a:ext>
                  </a:extLst>
                </p:cNvPr>
                <p:cNvSpPr txBox="1"/>
                <p:nvPr/>
              </p:nvSpPr>
              <p:spPr>
                <a:xfrm>
                  <a:off x="9393494" y="4308578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=0.24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C0F9EB8-2741-29A5-3B13-790A26B30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3494" y="4308578"/>
                  <a:ext cx="1007968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6060492-3AF4-886C-A727-01E6A80E1FE5}"/>
                    </a:ext>
                  </a:extLst>
                </p:cNvPr>
                <p:cNvSpPr txBox="1"/>
                <p:nvPr/>
              </p:nvSpPr>
              <p:spPr>
                <a:xfrm>
                  <a:off x="10813816" y="4308578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=0.56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6060492-3AF4-886C-A727-01E6A80E1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3816" y="4308578"/>
                  <a:ext cx="1007968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7522647-59E2-4C26-BC87-C007BED6E4A5}"/>
                    </a:ext>
                  </a:extLst>
                </p:cNvPr>
                <p:cNvSpPr txBox="1"/>
                <p:nvPr/>
              </p:nvSpPr>
              <p:spPr>
                <a:xfrm>
                  <a:off x="7293505" y="4910189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=0.18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7522647-59E2-4C26-BC87-C007BED6E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505" y="4910189"/>
                  <a:ext cx="1007968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11A9B0CE-2B06-BA8F-EBDF-DB696AEF2055}"/>
                    </a:ext>
                  </a:extLst>
                </p:cNvPr>
                <p:cNvSpPr txBox="1"/>
                <p:nvPr/>
              </p:nvSpPr>
              <p:spPr>
                <a:xfrm>
                  <a:off x="8713827" y="4910189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=0.02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11A9B0CE-2B06-BA8F-EBDF-DB696AEF2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3827" y="4910189"/>
                  <a:ext cx="1007968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978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9E93-D451-17DF-E265-5392402C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8F9E73AB-5408-E74A-7286-E2715E43DA50}"/>
              </a:ext>
            </a:extLst>
          </p:cNvPr>
          <p:cNvGrpSpPr/>
          <p:nvPr/>
        </p:nvGrpSpPr>
        <p:grpSpPr>
          <a:xfrm>
            <a:off x="469907" y="3454400"/>
            <a:ext cx="11351879" cy="3407645"/>
            <a:chOff x="469907" y="3454400"/>
            <a:chExt cx="11351879" cy="34076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07BFED8-B447-57C8-033D-FC0421618995}"/>
                    </a:ext>
                  </a:extLst>
                </p:cNvPr>
                <p:cNvSpPr txBox="1"/>
                <p:nvPr/>
              </p:nvSpPr>
              <p:spPr>
                <a:xfrm>
                  <a:off x="771724" y="3487274"/>
                  <a:ext cx="64831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07BFED8-B447-57C8-033D-FC04216189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724" y="3487274"/>
                  <a:ext cx="648319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5E4F1E-DA06-D655-6A14-D7BD7557C355}"/>
                </a:ext>
              </a:extLst>
            </p:cNvPr>
            <p:cNvSpPr/>
            <p:nvPr/>
          </p:nvSpPr>
          <p:spPr>
            <a:xfrm>
              <a:off x="1005792" y="4061941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8D0738F-1234-8182-A098-5FACEC383D1D}"/>
                </a:ext>
              </a:extLst>
            </p:cNvPr>
            <p:cNvGrpSpPr/>
            <p:nvPr/>
          </p:nvGrpSpPr>
          <p:grpSpPr>
            <a:xfrm>
              <a:off x="2139497" y="4072049"/>
              <a:ext cx="1614871" cy="770646"/>
              <a:chOff x="2822398" y="2103601"/>
              <a:chExt cx="1614871" cy="770646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FB504A79-C9E8-5F5D-2712-494AC118710D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3522869" y="2488924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9DF1B27-A902-5286-D868-90E1319FC02B}"/>
                  </a:ext>
                </a:extLst>
              </p:cNvPr>
              <p:cNvCxnSpPr>
                <a:cxnSpLocks/>
              </p:cNvCxnSpPr>
              <p:nvPr/>
            </p:nvCxnSpPr>
            <p:spPr>
              <a:xfrm rot="-2400000">
                <a:off x="2822398" y="2488924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D8B1CE7-D220-8B65-BB58-841601A815CD}"/>
                  </a:ext>
                </a:extLst>
              </p:cNvPr>
              <p:cNvSpPr/>
              <p:nvPr/>
            </p:nvSpPr>
            <p:spPr>
              <a:xfrm>
                <a:off x="2837922" y="2691367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8305963-C95C-8861-CC7C-B30B2C97107F}"/>
                  </a:ext>
                </a:extLst>
              </p:cNvPr>
              <p:cNvSpPr/>
              <p:nvPr/>
            </p:nvSpPr>
            <p:spPr>
              <a:xfrm>
                <a:off x="4238866" y="2691367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70792C5-09B5-9873-0B79-3E67050139AD}"/>
                  </a:ext>
                </a:extLst>
              </p:cNvPr>
              <p:cNvSpPr/>
              <p:nvPr/>
            </p:nvSpPr>
            <p:spPr>
              <a:xfrm>
                <a:off x="3538392" y="2103601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FDB6F18-4F56-4F68-AB8A-9A4ED9404CBD}"/>
                </a:ext>
              </a:extLst>
            </p:cNvPr>
            <p:cNvGrpSpPr/>
            <p:nvPr/>
          </p:nvGrpSpPr>
          <p:grpSpPr>
            <a:xfrm>
              <a:off x="4568280" y="4077551"/>
              <a:ext cx="2294764" cy="1358413"/>
              <a:chOff x="4971143" y="667304"/>
              <a:chExt cx="2294764" cy="1358413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08586EB-1F91-A3D5-A572-5DDB32BFC4E4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5651038" y="1052627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A3D0B4F-B0A9-F225-97EB-6C082071886C}"/>
                  </a:ext>
                </a:extLst>
              </p:cNvPr>
              <p:cNvCxnSpPr>
                <a:cxnSpLocks/>
              </p:cNvCxnSpPr>
              <p:nvPr/>
            </p:nvCxnSpPr>
            <p:spPr>
              <a:xfrm rot="19200000">
                <a:off x="4971143" y="1052628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2BD7315-F929-6E45-0773-7A7C6F568C3F}"/>
                  </a:ext>
                </a:extLst>
              </p:cNvPr>
              <p:cNvSpPr/>
              <p:nvPr/>
            </p:nvSpPr>
            <p:spPr>
              <a:xfrm>
                <a:off x="4983056" y="1255070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DB30560-5822-A368-55DD-103248A48729}"/>
                  </a:ext>
                </a:extLst>
              </p:cNvPr>
              <p:cNvSpPr/>
              <p:nvPr/>
            </p:nvSpPr>
            <p:spPr>
              <a:xfrm>
                <a:off x="5666561" y="667304"/>
                <a:ext cx="182880" cy="182880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EE370B6-C0F6-931E-0DDF-26D62363E108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6351507" y="1640394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A8C4976-AA51-303A-DC3D-64F6D4A06468}"/>
                  </a:ext>
                </a:extLst>
              </p:cNvPr>
              <p:cNvCxnSpPr>
                <a:cxnSpLocks/>
              </p:cNvCxnSpPr>
              <p:nvPr/>
            </p:nvCxnSpPr>
            <p:spPr>
              <a:xfrm rot="19200000">
                <a:off x="5651036" y="1640394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47E8468-80B3-F7B5-C12D-D7599610C986}"/>
                  </a:ext>
                </a:extLst>
              </p:cNvPr>
              <p:cNvSpPr/>
              <p:nvPr/>
            </p:nvSpPr>
            <p:spPr>
              <a:xfrm>
                <a:off x="5666560" y="1842837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DA840A1-D639-D28F-627F-9BEABF3CFA69}"/>
                  </a:ext>
                </a:extLst>
              </p:cNvPr>
              <p:cNvSpPr/>
              <p:nvPr/>
            </p:nvSpPr>
            <p:spPr>
              <a:xfrm>
                <a:off x="7067504" y="1842837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6BF1079-A48A-1B30-354C-39D05B8FCFF4}"/>
                  </a:ext>
                </a:extLst>
              </p:cNvPr>
              <p:cNvSpPr/>
              <p:nvPr/>
            </p:nvSpPr>
            <p:spPr>
              <a:xfrm>
                <a:off x="6367030" y="1255071"/>
                <a:ext cx="182880" cy="18288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38C3E7C-01FC-4880-800A-16C4C2E98067}"/>
                </a:ext>
              </a:extLst>
            </p:cNvPr>
            <p:cNvGrpSpPr/>
            <p:nvPr/>
          </p:nvGrpSpPr>
          <p:grpSpPr>
            <a:xfrm>
              <a:off x="7625865" y="4077551"/>
              <a:ext cx="3716287" cy="1946179"/>
              <a:chOff x="5769913" y="4111470"/>
              <a:chExt cx="3716287" cy="1946179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79D43D5D-DCA4-30B9-433A-B54CC0888425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7871331" y="4496793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319E84B-FE4A-0848-1D75-57D5BF3EB4C4}"/>
                  </a:ext>
                </a:extLst>
              </p:cNvPr>
              <p:cNvCxnSpPr>
                <a:cxnSpLocks/>
              </p:cNvCxnSpPr>
              <p:nvPr/>
            </p:nvCxnSpPr>
            <p:spPr>
              <a:xfrm rot="19200000">
                <a:off x="6363422" y="4790679"/>
                <a:ext cx="18288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8E6035F-E4BF-5B66-E01A-A3E115A749EC}"/>
                  </a:ext>
                </a:extLst>
              </p:cNvPr>
              <p:cNvSpPr/>
              <p:nvPr/>
            </p:nvSpPr>
            <p:spPr>
              <a:xfrm>
                <a:off x="7886854" y="4111470"/>
                <a:ext cx="182880" cy="182880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BDEE3A6-F4BC-0109-D3EE-04E2280DA7BE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>
                <a:off x="8571800" y="5084560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D3C62D2-D4F7-DF09-1254-53E8CABC4972}"/>
                  </a:ext>
                </a:extLst>
              </p:cNvPr>
              <p:cNvCxnSpPr>
                <a:cxnSpLocks/>
              </p:cNvCxnSpPr>
              <p:nvPr/>
            </p:nvCxnSpPr>
            <p:spPr>
              <a:xfrm rot="19200000">
                <a:off x="7871329" y="5084560"/>
                <a:ext cx="9144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EDA0048-A047-B629-5440-4DFE39AB33E4}"/>
                  </a:ext>
                </a:extLst>
              </p:cNvPr>
              <p:cNvSpPr/>
              <p:nvPr/>
            </p:nvSpPr>
            <p:spPr>
              <a:xfrm>
                <a:off x="7886853" y="5287003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919ABCD-A4F5-EB3E-9748-95FA57B6B805}"/>
                  </a:ext>
                </a:extLst>
              </p:cNvPr>
              <p:cNvSpPr/>
              <p:nvPr/>
            </p:nvSpPr>
            <p:spPr>
              <a:xfrm>
                <a:off x="9287797" y="5287003"/>
                <a:ext cx="182880" cy="18288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6434B90-55D3-4A48-9BEF-BB75336AA279}"/>
                  </a:ext>
                </a:extLst>
              </p:cNvPr>
              <p:cNvSpPr/>
              <p:nvPr/>
            </p:nvSpPr>
            <p:spPr>
              <a:xfrm>
                <a:off x="8587323" y="4699237"/>
                <a:ext cx="182880" cy="182880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B49FA3C-C922-80EE-FC9F-C39996AF64CD}"/>
                  </a:ext>
                </a:extLst>
              </p:cNvPr>
              <p:cNvGrpSpPr/>
              <p:nvPr/>
            </p:nvGrpSpPr>
            <p:grpSpPr>
              <a:xfrm>
                <a:off x="5769913" y="5287003"/>
                <a:ext cx="1614871" cy="770646"/>
                <a:chOff x="2822398" y="2103601"/>
                <a:chExt cx="1614871" cy="770646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E7FC5E2B-1CA9-2F84-B83B-693ED69DEC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00000">
                  <a:off x="3522869" y="2488924"/>
                  <a:ext cx="9144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468764D-E602-3A7E-A708-EE07DBD45B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-2400000">
                  <a:off x="2822398" y="2488924"/>
                  <a:ext cx="9144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83E429E3-E41E-74FD-BF6A-1E5915949BDE}"/>
                    </a:ext>
                  </a:extLst>
                </p:cNvPr>
                <p:cNvSpPr/>
                <p:nvPr/>
              </p:nvSpPr>
              <p:spPr>
                <a:xfrm>
                  <a:off x="2837922" y="2691367"/>
                  <a:ext cx="182880" cy="182880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5D97F270-07E9-9673-E7BB-12095EFAF862}"/>
                    </a:ext>
                  </a:extLst>
                </p:cNvPr>
                <p:cNvSpPr/>
                <p:nvPr/>
              </p:nvSpPr>
              <p:spPr>
                <a:xfrm>
                  <a:off x="4238866" y="2691367"/>
                  <a:ext cx="182880" cy="182880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62034F6B-8AAD-8FE7-F44F-B3EF88C92179}"/>
                    </a:ext>
                  </a:extLst>
                </p:cNvPr>
                <p:cNvSpPr/>
                <p:nvPr/>
              </p:nvSpPr>
              <p:spPr>
                <a:xfrm>
                  <a:off x="3538392" y="2103601"/>
                  <a:ext cx="182880" cy="18288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BD73238-E801-BA81-7690-7BB3C347CAB6}"/>
                    </a:ext>
                  </a:extLst>
                </p:cNvPr>
                <p:cNvSpPr txBox="1"/>
                <p:nvPr/>
              </p:nvSpPr>
              <p:spPr>
                <a:xfrm>
                  <a:off x="2617187" y="3487274"/>
                  <a:ext cx="65780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BD73238-E801-BA81-7690-7BB3C347CA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187" y="3487274"/>
                  <a:ext cx="65780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D2737DE-6859-4D07-61CE-02DD88CDA143}"/>
                    </a:ext>
                  </a:extLst>
                </p:cNvPr>
                <p:cNvSpPr txBox="1"/>
                <p:nvPr/>
              </p:nvSpPr>
              <p:spPr>
                <a:xfrm>
                  <a:off x="5402503" y="3486755"/>
                  <a:ext cx="65780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D2737DE-6859-4D07-61CE-02DD88CDA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2503" y="3486755"/>
                  <a:ext cx="657809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D3FEEF6-E558-8108-B754-667B8C04C2BF}"/>
                    </a:ext>
                  </a:extLst>
                </p:cNvPr>
                <p:cNvSpPr txBox="1"/>
                <p:nvPr/>
              </p:nvSpPr>
              <p:spPr>
                <a:xfrm>
                  <a:off x="9210290" y="3477166"/>
                  <a:ext cx="64575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D3FEEF6-E558-8108-B754-667B8C04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0290" y="3477166"/>
                  <a:ext cx="645754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E02DE8B-5FE0-18C1-9272-A5732865DF46}"/>
                    </a:ext>
                  </a:extLst>
                </p:cNvPr>
                <p:cNvSpPr txBox="1"/>
                <p:nvPr/>
              </p:nvSpPr>
              <p:spPr>
                <a:xfrm>
                  <a:off x="656020" y="4264652"/>
                  <a:ext cx="77232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E02DE8B-5FE0-18C1-9272-A5732865D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20" y="4264652"/>
                  <a:ext cx="772327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483317C-3D61-512C-F9A2-43C03D9D8529}"/>
                    </a:ext>
                  </a:extLst>
                </p:cNvPr>
                <p:cNvSpPr txBox="1"/>
                <p:nvPr/>
              </p:nvSpPr>
              <p:spPr>
                <a:xfrm>
                  <a:off x="2403787" y="6426840"/>
                  <a:ext cx="10833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483317C-3D61-512C-F9A2-43C03D9D8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3787" y="6426840"/>
                  <a:ext cx="108337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0ACB0E9-8D82-D668-68A7-1D1068A40EDA}"/>
                </a:ext>
              </a:extLst>
            </p:cNvPr>
            <p:cNvSpPr/>
            <p:nvPr/>
          </p:nvSpPr>
          <p:spPr>
            <a:xfrm>
              <a:off x="469907" y="3454400"/>
              <a:ext cx="11302920" cy="34076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E07CD3B-4079-CBE4-6499-340943F12D9A}"/>
                </a:ext>
              </a:extLst>
            </p:cNvPr>
            <p:cNvCxnSpPr>
              <a:cxnSpLocks/>
            </p:cNvCxnSpPr>
            <p:nvPr/>
          </p:nvCxnSpPr>
          <p:spPr>
            <a:xfrm>
              <a:off x="1724557" y="3456607"/>
              <a:ext cx="0" cy="340543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C07CDDA-4A02-10E9-2E28-EC7BDADB6191}"/>
                </a:ext>
              </a:extLst>
            </p:cNvPr>
            <p:cNvCxnSpPr>
              <a:cxnSpLocks/>
            </p:cNvCxnSpPr>
            <p:nvPr/>
          </p:nvCxnSpPr>
          <p:spPr>
            <a:xfrm>
              <a:off x="4169307" y="3454401"/>
              <a:ext cx="0" cy="34076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2F091DA-840D-BB81-F02A-444C5502C952}"/>
                </a:ext>
              </a:extLst>
            </p:cNvPr>
            <p:cNvCxnSpPr>
              <a:cxnSpLocks/>
            </p:cNvCxnSpPr>
            <p:nvPr/>
          </p:nvCxnSpPr>
          <p:spPr>
            <a:xfrm>
              <a:off x="7293507" y="3454401"/>
              <a:ext cx="0" cy="34076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928B158-BDBB-465E-A338-D1921C87417A}"/>
                    </a:ext>
                  </a:extLst>
                </p:cNvPr>
                <p:cNvSpPr txBox="1"/>
                <p:nvPr/>
              </p:nvSpPr>
              <p:spPr>
                <a:xfrm>
                  <a:off x="1792170" y="4841603"/>
                  <a:ext cx="90858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928B158-BDBB-465E-A338-D1921C874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2170" y="4841603"/>
                  <a:ext cx="90858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6E2F094-45C8-94C5-C786-6B43B277FBC8}"/>
                    </a:ext>
                  </a:extLst>
                </p:cNvPr>
                <p:cNvSpPr txBox="1"/>
                <p:nvPr/>
              </p:nvSpPr>
              <p:spPr>
                <a:xfrm>
                  <a:off x="3202437" y="4848197"/>
                  <a:ext cx="90858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6E2F094-45C8-94C5-C786-6B43B277F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437" y="4848197"/>
                  <a:ext cx="908582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740D595-1F53-C3C5-56D3-24B192CA6023}"/>
                    </a:ext>
                  </a:extLst>
                </p:cNvPr>
                <p:cNvSpPr txBox="1"/>
                <p:nvPr/>
              </p:nvSpPr>
              <p:spPr>
                <a:xfrm>
                  <a:off x="4221370" y="4841603"/>
                  <a:ext cx="90858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740D595-1F53-C3C5-56D3-24B192CA60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370" y="4841603"/>
                  <a:ext cx="908582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1F7D2D5-4E74-501D-5A75-300C4FEDB18C}"/>
                    </a:ext>
                  </a:extLst>
                </p:cNvPr>
                <p:cNvSpPr txBox="1"/>
                <p:nvPr/>
              </p:nvSpPr>
              <p:spPr>
                <a:xfrm>
                  <a:off x="4898498" y="5477903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=0.24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1F7D2D5-4E74-501D-5A75-300C4FEDB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8498" y="5477903"/>
                  <a:ext cx="1007968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74CC74D-8EBC-EA01-9F6F-51C04CB151B0}"/>
                    </a:ext>
                  </a:extLst>
                </p:cNvPr>
                <p:cNvSpPr txBox="1"/>
                <p:nvPr/>
              </p:nvSpPr>
              <p:spPr>
                <a:xfrm>
                  <a:off x="6318820" y="5477903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=0.56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74CC74D-8EBC-EA01-9F6F-51C04CB151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8820" y="5477903"/>
                  <a:ext cx="1007968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8A5CF51-62D5-CB61-7452-79F44F904532}"/>
                    </a:ext>
                  </a:extLst>
                </p:cNvPr>
                <p:cNvSpPr txBox="1"/>
                <p:nvPr/>
              </p:nvSpPr>
              <p:spPr>
                <a:xfrm>
                  <a:off x="5173048" y="6462216"/>
                  <a:ext cx="10833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=0.3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8A5CF51-62D5-CB61-7452-79F44F90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3048" y="6462216"/>
                  <a:ext cx="108337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0D52E4E-B2F6-805F-CEF3-638EC693F6C2}"/>
                    </a:ext>
                  </a:extLst>
                </p:cNvPr>
                <p:cNvSpPr txBox="1"/>
                <p:nvPr/>
              </p:nvSpPr>
              <p:spPr>
                <a:xfrm>
                  <a:off x="9000842" y="6426840"/>
                  <a:ext cx="10833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=0.9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0D52E4E-B2F6-805F-CEF3-638EC693F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842" y="6426840"/>
                  <a:ext cx="108337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FD09119-A486-A2D8-0FD3-3CF9627811D2}"/>
                    </a:ext>
                  </a:extLst>
                </p:cNvPr>
                <p:cNvSpPr txBox="1"/>
                <p:nvPr/>
              </p:nvSpPr>
              <p:spPr>
                <a:xfrm>
                  <a:off x="9393496" y="5451579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=0.24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FD09119-A486-A2D8-0FD3-3CF962781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3496" y="5451579"/>
                  <a:ext cx="1007968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23AC3B1-2DDE-5672-C3C4-9127DCF567DD}"/>
                    </a:ext>
                  </a:extLst>
                </p:cNvPr>
                <p:cNvSpPr txBox="1"/>
                <p:nvPr/>
              </p:nvSpPr>
              <p:spPr>
                <a:xfrm>
                  <a:off x="10813818" y="5451579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=0.56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23AC3B1-2DDE-5672-C3C4-9127DCF56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3818" y="5451579"/>
                  <a:ext cx="1007968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C6986AF-6113-54B3-4CFE-3D01F217ABC1}"/>
                    </a:ext>
                  </a:extLst>
                </p:cNvPr>
                <p:cNvSpPr txBox="1"/>
                <p:nvPr/>
              </p:nvSpPr>
              <p:spPr>
                <a:xfrm>
                  <a:off x="7293507" y="6053190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=0.18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C6986AF-6113-54B3-4CFE-3D01F217A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507" y="6053190"/>
                  <a:ext cx="1007968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8D85E6D-1DD8-5D9D-36D7-EA818EF4F40C}"/>
                    </a:ext>
                  </a:extLst>
                </p:cNvPr>
                <p:cNvSpPr txBox="1"/>
                <p:nvPr/>
              </p:nvSpPr>
              <p:spPr>
                <a:xfrm>
                  <a:off x="8713829" y="6053190"/>
                  <a:ext cx="10079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=0.02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8D85E6D-1DD8-5D9D-36D7-EA818EF4F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3829" y="6053190"/>
                  <a:ext cx="1007968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35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553BD-4DF5-F5A7-AF99-4F6D51C1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26121A-13F5-F3FC-EC7C-5624B20B17A8}"/>
                  </a:ext>
                </a:extLst>
              </p:cNvPr>
              <p:cNvSpPr txBox="1"/>
              <p:nvPr/>
            </p:nvSpPr>
            <p:spPr>
              <a:xfrm>
                <a:off x="469907" y="792626"/>
                <a:ext cx="64831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26121A-13F5-F3FC-EC7C-5624B20B1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7" y="792626"/>
                <a:ext cx="64831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62572A94-2E43-B375-995F-36D80A0CEE3D}"/>
              </a:ext>
            </a:extLst>
          </p:cNvPr>
          <p:cNvSpPr/>
          <p:nvPr/>
        </p:nvSpPr>
        <p:spPr>
          <a:xfrm>
            <a:off x="702626" y="1989608"/>
            <a:ext cx="182880" cy="18288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8117478-55F4-D299-F74F-DA4E7B50B395}"/>
              </a:ext>
            </a:extLst>
          </p:cNvPr>
          <p:cNvGrpSpPr/>
          <p:nvPr/>
        </p:nvGrpSpPr>
        <p:grpSpPr>
          <a:xfrm>
            <a:off x="1118226" y="1895513"/>
            <a:ext cx="1614871" cy="770646"/>
            <a:chOff x="2822398" y="2103601"/>
            <a:chExt cx="1614871" cy="77064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A06D125-7520-9FFB-93C6-BFDD9AF82E8D}"/>
                </a:ext>
              </a:extLst>
            </p:cNvPr>
            <p:cNvCxnSpPr>
              <a:cxnSpLocks/>
            </p:cNvCxnSpPr>
            <p:nvPr/>
          </p:nvCxnSpPr>
          <p:spPr>
            <a:xfrm rot="2400000">
              <a:off x="3522869" y="2488924"/>
              <a:ext cx="9144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B65FAC3-40DA-95C5-7793-D81F52938E46}"/>
                </a:ext>
              </a:extLst>
            </p:cNvPr>
            <p:cNvCxnSpPr>
              <a:cxnSpLocks/>
            </p:cNvCxnSpPr>
            <p:nvPr/>
          </p:nvCxnSpPr>
          <p:spPr>
            <a:xfrm rot="-2400000">
              <a:off x="2822398" y="2488924"/>
              <a:ext cx="9144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21DDD9-BC24-75D6-A846-40EED1AD057B}"/>
                </a:ext>
              </a:extLst>
            </p:cNvPr>
            <p:cNvSpPr/>
            <p:nvPr/>
          </p:nvSpPr>
          <p:spPr>
            <a:xfrm>
              <a:off x="2837922" y="2691367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C1D8694-C68C-D727-09D0-6DE836863F60}"/>
                </a:ext>
              </a:extLst>
            </p:cNvPr>
            <p:cNvSpPr/>
            <p:nvPr/>
          </p:nvSpPr>
          <p:spPr>
            <a:xfrm>
              <a:off x="4238866" y="2691367"/>
              <a:ext cx="182880" cy="1828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0980643-AF4A-28DA-56AD-B5D7A18E054B}"/>
                </a:ext>
              </a:extLst>
            </p:cNvPr>
            <p:cNvSpPr/>
            <p:nvPr/>
          </p:nvSpPr>
          <p:spPr>
            <a:xfrm>
              <a:off x="3538392" y="2103601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074FAD4-F15B-F77B-5884-7A823A2E4F94}"/>
              </a:ext>
            </a:extLst>
          </p:cNvPr>
          <p:cNvGrpSpPr/>
          <p:nvPr/>
        </p:nvGrpSpPr>
        <p:grpSpPr>
          <a:xfrm>
            <a:off x="3325061" y="1798827"/>
            <a:ext cx="2294764" cy="1358413"/>
            <a:chOff x="4971143" y="667304"/>
            <a:chExt cx="2294764" cy="135841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174E5D9-1FB8-11C1-38CD-88A04CA2F07F}"/>
                </a:ext>
              </a:extLst>
            </p:cNvPr>
            <p:cNvCxnSpPr>
              <a:cxnSpLocks/>
            </p:cNvCxnSpPr>
            <p:nvPr/>
          </p:nvCxnSpPr>
          <p:spPr>
            <a:xfrm rot="2400000">
              <a:off x="5651038" y="1052627"/>
              <a:ext cx="9144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9A65649-5C6A-011B-AC8C-D028FF4C8FEA}"/>
                </a:ext>
              </a:extLst>
            </p:cNvPr>
            <p:cNvCxnSpPr>
              <a:cxnSpLocks/>
            </p:cNvCxnSpPr>
            <p:nvPr/>
          </p:nvCxnSpPr>
          <p:spPr>
            <a:xfrm rot="19200000">
              <a:off x="4971143" y="1052628"/>
              <a:ext cx="9144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8D70EF6-7DB5-7B30-C7C2-C12B8E764F05}"/>
                </a:ext>
              </a:extLst>
            </p:cNvPr>
            <p:cNvSpPr/>
            <p:nvPr/>
          </p:nvSpPr>
          <p:spPr>
            <a:xfrm>
              <a:off x="4983056" y="1255070"/>
              <a:ext cx="182880" cy="1828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A356DFD-3A87-4F91-5BF8-9E9B345C5E20}"/>
                </a:ext>
              </a:extLst>
            </p:cNvPr>
            <p:cNvSpPr/>
            <p:nvPr/>
          </p:nvSpPr>
          <p:spPr>
            <a:xfrm>
              <a:off x="5666561" y="667304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45814BD-AF52-454C-CFDB-4660938D69B7}"/>
                </a:ext>
              </a:extLst>
            </p:cNvPr>
            <p:cNvCxnSpPr>
              <a:cxnSpLocks/>
            </p:cNvCxnSpPr>
            <p:nvPr/>
          </p:nvCxnSpPr>
          <p:spPr>
            <a:xfrm rot="2400000">
              <a:off x="6351507" y="1640394"/>
              <a:ext cx="9144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7A01F6F-C5B1-8036-B239-F2DFF89A1172}"/>
                </a:ext>
              </a:extLst>
            </p:cNvPr>
            <p:cNvCxnSpPr>
              <a:cxnSpLocks/>
            </p:cNvCxnSpPr>
            <p:nvPr/>
          </p:nvCxnSpPr>
          <p:spPr>
            <a:xfrm rot="19200000">
              <a:off x="5651036" y="1640394"/>
              <a:ext cx="9144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5AF0356-6F61-FDA5-C56C-EEDAF236BE8E}"/>
                </a:ext>
              </a:extLst>
            </p:cNvPr>
            <p:cNvSpPr/>
            <p:nvPr/>
          </p:nvSpPr>
          <p:spPr>
            <a:xfrm>
              <a:off x="5666560" y="1842837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FE1D55B-E01F-8D07-5E51-0AADEDDBE729}"/>
                </a:ext>
              </a:extLst>
            </p:cNvPr>
            <p:cNvSpPr/>
            <p:nvPr/>
          </p:nvSpPr>
          <p:spPr>
            <a:xfrm>
              <a:off x="7067504" y="1842837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BC5787B-87B1-79DA-32E4-D2CB7E4120AE}"/>
                </a:ext>
              </a:extLst>
            </p:cNvPr>
            <p:cNvSpPr/>
            <p:nvPr/>
          </p:nvSpPr>
          <p:spPr>
            <a:xfrm>
              <a:off x="6367030" y="1255071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0A8427-75C2-AE69-4833-C8475D159B45}"/>
              </a:ext>
            </a:extLst>
          </p:cNvPr>
          <p:cNvCxnSpPr>
            <a:cxnSpLocks/>
          </p:cNvCxnSpPr>
          <p:nvPr/>
        </p:nvCxnSpPr>
        <p:spPr>
          <a:xfrm rot="2400000">
            <a:off x="8169867" y="1744964"/>
            <a:ext cx="91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83D89C-B472-4A1C-29B6-2171366662AD}"/>
              </a:ext>
            </a:extLst>
          </p:cNvPr>
          <p:cNvCxnSpPr>
            <a:cxnSpLocks/>
          </p:cNvCxnSpPr>
          <p:nvPr/>
        </p:nvCxnSpPr>
        <p:spPr>
          <a:xfrm rot="19200000">
            <a:off x="6661958" y="2038850"/>
            <a:ext cx="182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9A0EBEB-47B0-7D39-8CA9-27B257903C29}"/>
              </a:ext>
            </a:extLst>
          </p:cNvPr>
          <p:cNvSpPr/>
          <p:nvPr/>
        </p:nvSpPr>
        <p:spPr>
          <a:xfrm>
            <a:off x="8185390" y="1359641"/>
            <a:ext cx="182880" cy="18288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3E9D88B-C81C-EB6A-D91D-772DBC62D46B}"/>
              </a:ext>
            </a:extLst>
          </p:cNvPr>
          <p:cNvCxnSpPr>
            <a:cxnSpLocks/>
          </p:cNvCxnSpPr>
          <p:nvPr/>
        </p:nvCxnSpPr>
        <p:spPr>
          <a:xfrm rot="2400000">
            <a:off x="9424652" y="2915756"/>
            <a:ext cx="91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773B0C-4387-39C3-DB85-F477255A9C20}"/>
              </a:ext>
            </a:extLst>
          </p:cNvPr>
          <p:cNvCxnSpPr>
            <a:cxnSpLocks/>
          </p:cNvCxnSpPr>
          <p:nvPr/>
        </p:nvCxnSpPr>
        <p:spPr>
          <a:xfrm rot="19200000">
            <a:off x="8169865" y="2332731"/>
            <a:ext cx="91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47BEB6C-EE52-CC9C-D1F3-E3F3FA0642E6}"/>
              </a:ext>
            </a:extLst>
          </p:cNvPr>
          <p:cNvSpPr/>
          <p:nvPr/>
        </p:nvSpPr>
        <p:spPr>
          <a:xfrm>
            <a:off x="10049208" y="1194519"/>
            <a:ext cx="182880" cy="18288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DB0A1D-F023-A82B-436B-D32F9C4BD5CD}"/>
              </a:ext>
            </a:extLst>
          </p:cNvPr>
          <p:cNvSpPr/>
          <p:nvPr/>
        </p:nvSpPr>
        <p:spPr>
          <a:xfrm>
            <a:off x="10140648" y="3122940"/>
            <a:ext cx="182880" cy="18288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E100D77-514E-1935-0D7D-672B75F2B065}"/>
              </a:ext>
            </a:extLst>
          </p:cNvPr>
          <p:cNvSpPr/>
          <p:nvPr/>
        </p:nvSpPr>
        <p:spPr>
          <a:xfrm>
            <a:off x="8885859" y="1947408"/>
            <a:ext cx="182880" cy="18288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AF3716-7977-11C4-39C1-B919A4A03960}"/>
              </a:ext>
            </a:extLst>
          </p:cNvPr>
          <p:cNvCxnSpPr>
            <a:cxnSpLocks/>
          </p:cNvCxnSpPr>
          <p:nvPr/>
        </p:nvCxnSpPr>
        <p:spPr>
          <a:xfrm rot="2400000">
            <a:off x="6768920" y="2920497"/>
            <a:ext cx="91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D1E583-C08A-5B55-4798-7314ED323284}"/>
              </a:ext>
            </a:extLst>
          </p:cNvPr>
          <p:cNvCxnSpPr>
            <a:cxnSpLocks/>
          </p:cNvCxnSpPr>
          <p:nvPr/>
        </p:nvCxnSpPr>
        <p:spPr>
          <a:xfrm rot="19200000">
            <a:off x="6068449" y="2920497"/>
            <a:ext cx="91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CA2D1237-B5BF-3A0B-D470-B07DB1A5D0E0}"/>
              </a:ext>
            </a:extLst>
          </p:cNvPr>
          <p:cNvSpPr/>
          <p:nvPr/>
        </p:nvSpPr>
        <p:spPr>
          <a:xfrm>
            <a:off x="6083973" y="3122940"/>
            <a:ext cx="182880" cy="18288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8CD67A0-B1FB-4B3F-8F26-1586B6AC956A}"/>
              </a:ext>
            </a:extLst>
          </p:cNvPr>
          <p:cNvSpPr/>
          <p:nvPr/>
        </p:nvSpPr>
        <p:spPr>
          <a:xfrm>
            <a:off x="7484917" y="3122940"/>
            <a:ext cx="182880" cy="18288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FFE2F3B-C823-76AC-F2C9-25EDDDC1D8F1}"/>
              </a:ext>
            </a:extLst>
          </p:cNvPr>
          <p:cNvSpPr/>
          <p:nvPr/>
        </p:nvSpPr>
        <p:spPr>
          <a:xfrm>
            <a:off x="6784443" y="2535174"/>
            <a:ext cx="182880" cy="18288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63B8F0-8B51-EFE7-9FE6-1896D70B681A}"/>
                  </a:ext>
                </a:extLst>
              </p:cNvPr>
              <p:cNvSpPr txBox="1"/>
              <p:nvPr/>
            </p:nvSpPr>
            <p:spPr>
              <a:xfrm>
                <a:off x="1497212" y="792626"/>
                <a:ext cx="6578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63B8F0-8B51-EFE7-9FE6-1896D70B6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212" y="792626"/>
                <a:ext cx="65780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D776B5-48C5-2B03-7755-CF3C98539935}"/>
                  </a:ext>
                </a:extLst>
              </p:cNvPr>
              <p:cNvSpPr txBox="1"/>
              <p:nvPr/>
            </p:nvSpPr>
            <p:spPr>
              <a:xfrm>
                <a:off x="2596697" y="792626"/>
                <a:ext cx="6578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D776B5-48C5-2B03-7755-CF3C98539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697" y="792626"/>
                <a:ext cx="65780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3423F05-C832-95A2-02BF-481A33B51E09}"/>
                  </a:ext>
                </a:extLst>
              </p:cNvPr>
              <p:cNvSpPr txBox="1"/>
              <p:nvPr/>
            </p:nvSpPr>
            <p:spPr>
              <a:xfrm>
                <a:off x="3555965" y="792625"/>
                <a:ext cx="64575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3423F05-C832-95A2-02BF-481A33B51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965" y="792625"/>
                <a:ext cx="64575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B104DAC-DF16-6F8D-C1B0-15544809ED75}"/>
                  </a:ext>
                </a:extLst>
              </p:cNvPr>
              <p:cNvSpPr txBox="1"/>
              <p:nvPr/>
            </p:nvSpPr>
            <p:spPr>
              <a:xfrm>
                <a:off x="656020" y="4264652"/>
                <a:ext cx="7723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B104DAC-DF16-6F8D-C1B0-15544809E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20" y="4264652"/>
                <a:ext cx="772327" cy="307777"/>
              </a:xfrm>
              <a:prstGeom prst="rect">
                <a:avLst/>
              </a:prstGeom>
              <a:blipFill>
                <a:blip r:embed="rId6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B2D3142-9DF6-1ECF-F829-ED4824C1D9CC}"/>
                  </a:ext>
                </a:extLst>
              </p:cNvPr>
              <p:cNvSpPr txBox="1"/>
              <p:nvPr/>
            </p:nvSpPr>
            <p:spPr>
              <a:xfrm>
                <a:off x="542011" y="6018228"/>
                <a:ext cx="10593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B2D3142-9DF6-1ECF-F829-ED4824C1D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11" y="6018228"/>
                <a:ext cx="10593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4CA26644-B23F-8405-C671-4FF35A354ECE}"/>
              </a:ext>
            </a:extLst>
          </p:cNvPr>
          <p:cNvSpPr/>
          <p:nvPr/>
        </p:nvSpPr>
        <p:spPr>
          <a:xfrm>
            <a:off x="469907" y="5388662"/>
            <a:ext cx="11302920" cy="3200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ABBAF34-8639-D39B-73BB-098C3D93CCD7}"/>
              </a:ext>
            </a:extLst>
          </p:cNvPr>
          <p:cNvCxnSpPr>
            <a:cxnSpLocks/>
          </p:cNvCxnSpPr>
          <p:nvPr/>
        </p:nvCxnSpPr>
        <p:spPr>
          <a:xfrm flipH="1">
            <a:off x="1724557" y="3456607"/>
            <a:ext cx="0" cy="3200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E4B84C5-117A-A596-5AA7-EAEFE530E175}"/>
              </a:ext>
            </a:extLst>
          </p:cNvPr>
          <p:cNvCxnSpPr>
            <a:cxnSpLocks/>
          </p:cNvCxnSpPr>
          <p:nvPr/>
        </p:nvCxnSpPr>
        <p:spPr>
          <a:xfrm flipH="1">
            <a:off x="4169307" y="3454401"/>
            <a:ext cx="0" cy="3200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2218509-9DB6-B901-AB7F-544A84482B6A}"/>
              </a:ext>
            </a:extLst>
          </p:cNvPr>
          <p:cNvCxnSpPr>
            <a:cxnSpLocks/>
          </p:cNvCxnSpPr>
          <p:nvPr/>
        </p:nvCxnSpPr>
        <p:spPr>
          <a:xfrm flipH="1">
            <a:off x="7293507" y="3454401"/>
            <a:ext cx="0" cy="3200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4E6939-F9CD-3457-2449-827DEB3A519D}"/>
                  </a:ext>
                </a:extLst>
              </p:cNvPr>
              <p:cNvSpPr txBox="1"/>
              <p:nvPr/>
            </p:nvSpPr>
            <p:spPr>
              <a:xfrm>
                <a:off x="1792170" y="4841603"/>
                <a:ext cx="9085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4E6939-F9CD-3457-2449-827DEB3A5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170" y="4841603"/>
                <a:ext cx="90858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EA5F933-DB4D-ACDC-394F-FBF716FBE87B}"/>
                  </a:ext>
                </a:extLst>
              </p:cNvPr>
              <p:cNvSpPr txBox="1"/>
              <p:nvPr/>
            </p:nvSpPr>
            <p:spPr>
              <a:xfrm>
                <a:off x="3202437" y="4848197"/>
                <a:ext cx="9085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EA5F933-DB4D-ACDC-394F-FBF716FBE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437" y="4848197"/>
                <a:ext cx="90858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6F0C9ED-1882-EA69-F3B1-CE547730C3EE}"/>
                  </a:ext>
                </a:extLst>
              </p:cNvPr>
              <p:cNvSpPr txBox="1"/>
              <p:nvPr/>
            </p:nvSpPr>
            <p:spPr>
              <a:xfrm>
                <a:off x="4221370" y="4841603"/>
                <a:ext cx="9085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6F0C9ED-1882-EA69-F3B1-CE547730C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370" y="4841603"/>
                <a:ext cx="90858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621BB70-2434-8F15-317F-273A743D0F05}"/>
                  </a:ext>
                </a:extLst>
              </p:cNvPr>
              <p:cNvSpPr txBox="1"/>
              <p:nvPr/>
            </p:nvSpPr>
            <p:spPr>
              <a:xfrm>
                <a:off x="4898498" y="5477903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=0.24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621BB70-2434-8F15-317F-273A743D0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498" y="5477903"/>
                <a:ext cx="1007968" cy="307777"/>
              </a:xfrm>
              <a:prstGeom prst="rect">
                <a:avLst/>
              </a:prstGeom>
              <a:blipFill>
                <a:blip r:embed="rId11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FAD654E-2B8E-3DEA-FAA5-5FD54B465DEF}"/>
                  </a:ext>
                </a:extLst>
              </p:cNvPr>
              <p:cNvSpPr txBox="1"/>
              <p:nvPr/>
            </p:nvSpPr>
            <p:spPr>
              <a:xfrm>
                <a:off x="6318820" y="5477903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FAD654E-2B8E-3DEA-FAA5-5FD54B465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820" y="5477903"/>
                <a:ext cx="1007968" cy="307777"/>
              </a:xfrm>
              <a:prstGeom prst="rect">
                <a:avLst/>
              </a:prstGeom>
              <a:blipFill>
                <a:blip r:embed="rId12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79D2B87-31F1-BC0C-8F36-7EB9D95784AF}"/>
                  </a:ext>
                </a:extLst>
              </p:cNvPr>
              <p:cNvSpPr txBox="1"/>
              <p:nvPr/>
            </p:nvSpPr>
            <p:spPr>
              <a:xfrm>
                <a:off x="2383993" y="6018228"/>
                <a:ext cx="10646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79D2B87-31F1-BC0C-8F36-7EB9D9578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93" y="6018228"/>
                <a:ext cx="106465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B483F29-93DA-2DD3-9F70-3AC74256B80E}"/>
                  </a:ext>
                </a:extLst>
              </p:cNvPr>
              <p:cNvSpPr txBox="1"/>
              <p:nvPr/>
            </p:nvSpPr>
            <p:spPr>
              <a:xfrm>
                <a:off x="5087500" y="6018228"/>
                <a:ext cx="10646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B483F29-93DA-2DD3-9F70-3AC74256B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500" y="6018228"/>
                <a:ext cx="106465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33B0D3B-9D2A-DBF6-8149-1EF2D87B3AB8}"/>
                  </a:ext>
                </a:extLst>
              </p:cNvPr>
              <p:cNvSpPr txBox="1"/>
              <p:nvPr/>
            </p:nvSpPr>
            <p:spPr>
              <a:xfrm>
                <a:off x="9393496" y="5451579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=0.24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33B0D3B-9D2A-DBF6-8149-1EF2D87B3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496" y="5451579"/>
                <a:ext cx="100796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C84EE0F-2C3B-5118-5CFE-AB599AF16686}"/>
                  </a:ext>
                </a:extLst>
              </p:cNvPr>
              <p:cNvSpPr txBox="1"/>
              <p:nvPr/>
            </p:nvSpPr>
            <p:spPr>
              <a:xfrm>
                <a:off x="10813818" y="5451579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C84EE0F-2C3B-5118-5CFE-AB599AF16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818" y="5451579"/>
                <a:ext cx="1007968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CCE1EB9-D356-B623-AB25-C490E046FA2E}"/>
                  </a:ext>
                </a:extLst>
              </p:cNvPr>
              <p:cNvSpPr txBox="1"/>
              <p:nvPr/>
            </p:nvSpPr>
            <p:spPr>
              <a:xfrm>
                <a:off x="7293507" y="6053190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=0.18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CCE1EB9-D356-B623-AB25-C490E046F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507" y="6053190"/>
                <a:ext cx="1007968" cy="307777"/>
              </a:xfrm>
              <a:prstGeom prst="rect">
                <a:avLst/>
              </a:prstGeom>
              <a:blipFill>
                <a:blip r:embed="rId17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01216A3-985C-6AC1-DE92-32C827B04218}"/>
                  </a:ext>
                </a:extLst>
              </p:cNvPr>
              <p:cNvSpPr txBox="1"/>
              <p:nvPr/>
            </p:nvSpPr>
            <p:spPr>
              <a:xfrm>
                <a:off x="8713829" y="6053190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01216A3-985C-6AC1-DE92-32C827B04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829" y="6053190"/>
                <a:ext cx="1007968" cy="307777"/>
              </a:xfrm>
              <a:prstGeom prst="rect">
                <a:avLst/>
              </a:prstGeom>
              <a:blipFill>
                <a:blip r:embed="rId18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B1CA29-33A4-3620-2B25-B632D247D678}"/>
                  </a:ext>
                </a:extLst>
              </p:cNvPr>
              <p:cNvSpPr txBox="1"/>
              <p:nvPr/>
            </p:nvSpPr>
            <p:spPr>
              <a:xfrm>
                <a:off x="4332573" y="792624"/>
                <a:ext cx="6578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B1CA29-33A4-3620-2B25-B632D247D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573" y="792624"/>
                <a:ext cx="657809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7AA2B855-2056-48DF-9D60-BEE7D8C7926B}"/>
              </a:ext>
            </a:extLst>
          </p:cNvPr>
          <p:cNvSpPr/>
          <p:nvPr/>
        </p:nvSpPr>
        <p:spPr>
          <a:xfrm>
            <a:off x="8301475" y="3100417"/>
            <a:ext cx="182880" cy="18288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8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8132106A-80F7-0774-A926-3CEE4C922F40}"/>
              </a:ext>
            </a:extLst>
          </p:cNvPr>
          <p:cNvGrpSpPr/>
          <p:nvPr/>
        </p:nvGrpSpPr>
        <p:grpSpPr>
          <a:xfrm>
            <a:off x="7483264" y="2800599"/>
            <a:ext cx="2754410" cy="2028343"/>
            <a:chOff x="8571203" y="4473040"/>
            <a:chExt cx="2754410" cy="202834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D2B7D95-6CB6-63B8-E541-EC4FE3D469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3998" y="4571999"/>
              <a:ext cx="914400" cy="128016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9B7B1A1-72EB-8BCA-0D7C-77B1073DF71B}"/>
                </a:ext>
              </a:extLst>
            </p:cNvPr>
            <p:cNvSpPr/>
            <p:nvPr/>
          </p:nvSpPr>
          <p:spPr>
            <a:xfrm>
              <a:off x="9862940" y="4473040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8CE16D1-3F5D-B8AD-BE92-337A39F80F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2643" y="5897879"/>
              <a:ext cx="365760" cy="512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5F802EE-7CCF-BF99-DDD7-61AA40B6E25D}"/>
                </a:ext>
              </a:extLst>
            </p:cNvPr>
            <p:cNvSpPr/>
            <p:nvPr/>
          </p:nvSpPr>
          <p:spPr>
            <a:xfrm>
              <a:off x="8571203" y="6314913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AB5D0BC-9C04-7420-6A34-80330E9B713C}"/>
                </a:ext>
              </a:extLst>
            </p:cNvPr>
            <p:cNvSpPr/>
            <p:nvPr/>
          </p:nvSpPr>
          <p:spPr>
            <a:xfrm>
              <a:off x="8927603" y="5806439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EF9838-E95B-1AE9-444B-E2DCEB80CE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19040" y="5897879"/>
              <a:ext cx="365760" cy="512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3EC756-43D9-A6BE-601A-707126A769B8}"/>
                </a:ext>
              </a:extLst>
            </p:cNvPr>
            <p:cNvSpPr/>
            <p:nvPr/>
          </p:nvSpPr>
          <p:spPr>
            <a:xfrm>
              <a:off x="9288971" y="6318503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F5F2555-2855-A88A-C78A-E3BEE533F67A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958402" y="4572000"/>
              <a:ext cx="914400" cy="128016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BF16D13-C5E3-22F5-681F-43DD3AF41A98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9956064" y="5489892"/>
              <a:ext cx="640088" cy="91646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33CA66A-1F64-75DF-6534-41CFE4E06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405" y="5897879"/>
              <a:ext cx="365760" cy="512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19917B3-CD2E-E00A-259B-FAD245217231}"/>
                </a:ext>
              </a:extLst>
            </p:cNvPr>
            <p:cNvSpPr/>
            <p:nvPr/>
          </p:nvSpPr>
          <p:spPr>
            <a:xfrm>
              <a:off x="10424965" y="6314913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EA17E5F-A0B3-397E-FCAB-D25CB8BEDAD7}"/>
                </a:ext>
              </a:extLst>
            </p:cNvPr>
            <p:cNvSpPr/>
            <p:nvPr/>
          </p:nvSpPr>
          <p:spPr>
            <a:xfrm>
              <a:off x="10781365" y="5806439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FB0913D-B48C-84A4-1F6E-9497D390B4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72802" y="5897879"/>
              <a:ext cx="365760" cy="512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41D58EC-4340-1563-3598-9E89D1941F35}"/>
                </a:ext>
              </a:extLst>
            </p:cNvPr>
            <p:cNvSpPr/>
            <p:nvPr/>
          </p:nvSpPr>
          <p:spPr>
            <a:xfrm>
              <a:off x="11142733" y="6318503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7FDEF06-A581-9B69-6B94-8DA788EE3BB0}"/>
                </a:ext>
              </a:extLst>
            </p:cNvPr>
            <p:cNvSpPr/>
            <p:nvPr/>
          </p:nvSpPr>
          <p:spPr>
            <a:xfrm>
              <a:off x="9863468" y="6314913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D564555-866E-6A12-4D59-B4DB116D735B}"/>
                </a:ext>
              </a:extLst>
            </p:cNvPr>
            <p:cNvSpPr/>
            <p:nvPr/>
          </p:nvSpPr>
          <p:spPr>
            <a:xfrm>
              <a:off x="10511442" y="5394862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DA2FEA8-BE6B-424C-A97C-00DC9E4DF1D7}"/>
              </a:ext>
            </a:extLst>
          </p:cNvPr>
          <p:cNvGrpSpPr/>
          <p:nvPr/>
        </p:nvGrpSpPr>
        <p:grpSpPr>
          <a:xfrm>
            <a:off x="4731659" y="2796570"/>
            <a:ext cx="2066659" cy="1526738"/>
            <a:chOff x="6119432" y="5020363"/>
            <a:chExt cx="2066659" cy="152673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28B99B-A1B3-FDCE-EEFB-AAD81A7A34A7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6156174" y="5080471"/>
              <a:ext cx="983484" cy="13768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860037B-6C94-0ED9-753A-E1E1DC1D9D39}"/>
                </a:ext>
              </a:extLst>
            </p:cNvPr>
            <p:cNvSpPr/>
            <p:nvPr/>
          </p:nvSpPr>
          <p:spPr>
            <a:xfrm>
              <a:off x="7052022" y="5020363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27C1DC0-90AC-C245-1337-2484E69E7BF2}"/>
                </a:ext>
              </a:extLst>
            </p:cNvPr>
            <p:cNvSpPr/>
            <p:nvPr/>
          </p:nvSpPr>
          <p:spPr>
            <a:xfrm>
              <a:off x="6119432" y="6360631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086589-EA29-640C-ADFC-28472E6E3DEA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7143466" y="5072139"/>
              <a:ext cx="589814" cy="8257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BBD35A1-6843-BFA6-B7C5-7566FF4C386D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6816542" y="5535610"/>
              <a:ext cx="640088" cy="91646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CD34A22-B524-750B-EA7C-F154C5C630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76883" y="5943597"/>
              <a:ext cx="365760" cy="512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AA8DC02-AC99-E77F-3A1D-FBCA35C27AF0}"/>
                </a:ext>
              </a:extLst>
            </p:cNvPr>
            <p:cNvSpPr/>
            <p:nvPr/>
          </p:nvSpPr>
          <p:spPr>
            <a:xfrm>
              <a:off x="7285443" y="6360631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B48E297-3142-9B6F-A97E-67106C2AE1FA}"/>
                </a:ext>
              </a:extLst>
            </p:cNvPr>
            <p:cNvSpPr/>
            <p:nvPr/>
          </p:nvSpPr>
          <p:spPr>
            <a:xfrm>
              <a:off x="7641843" y="5852157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77BB286-CA49-DA39-5381-E1B3CFDFE9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33280" y="5943597"/>
              <a:ext cx="365760" cy="512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BC92B10-973E-CA10-4D81-427557084780}"/>
                </a:ext>
              </a:extLst>
            </p:cNvPr>
            <p:cNvSpPr/>
            <p:nvPr/>
          </p:nvSpPr>
          <p:spPr>
            <a:xfrm>
              <a:off x="8003211" y="6364221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42F27CF-D4C4-9CE0-45A5-C1AE26F6501D}"/>
                </a:ext>
              </a:extLst>
            </p:cNvPr>
            <p:cNvSpPr/>
            <p:nvPr/>
          </p:nvSpPr>
          <p:spPr>
            <a:xfrm>
              <a:off x="6723946" y="6360631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4A7858D-D176-7CBE-EB6A-6A7A8CD5FD24}"/>
                </a:ext>
              </a:extLst>
            </p:cNvPr>
            <p:cNvSpPr/>
            <p:nvPr/>
          </p:nvSpPr>
          <p:spPr>
            <a:xfrm>
              <a:off x="7371920" y="5440580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40865E8-2062-B697-DB3F-572D44B21173}"/>
              </a:ext>
            </a:extLst>
          </p:cNvPr>
          <p:cNvGrpSpPr/>
          <p:nvPr/>
        </p:nvGrpSpPr>
        <p:grpSpPr>
          <a:xfrm>
            <a:off x="2625292" y="2795382"/>
            <a:ext cx="1462145" cy="1083527"/>
            <a:chOff x="4247125" y="4440860"/>
            <a:chExt cx="1462145" cy="1083527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76F8045-4AD8-3F5B-B25B-4F5320B18F53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339721" y="4512896"/>
              <a:ext cx="640088" cy="91646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D72B4B0-E124-7907-13BB-38793C460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0062" y="4920883"/>
              <a:ext cx="365760" cy="512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A8A1C72-3E0E-54B4-7AC6-048554049530}"/>
                </a:ext>
              </a:extLst>
            </p:cNvPr>
            <p:cNvSpPr/>
            <p:nvPr/>
          </p:nvSpPr>
          <p:spPr>
            <a:xfrm>
              <a:off x="4808622" y="5337917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F05083E-6B91-2D2A-9845-8C16AF5D8217}"/>
                </a:ext>
              </a:extLst>
            </p:cNvPr>
            <p:cNvSpPr/>
            <p:nvPr/>
          </p:nvSpPr>
          <p:spPr>
            <a:xfrm>
              <a:off x="5165022" y="4829443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7553787-5605-2085-1221-B795405B7A69}"/>
                </a:ext>
              </a:extLst>
            </p:cNvPr>
            <p:cNvCxnSpPr>
              <a:cxnSpLocks noChangeAspect="1"/>
            </p:cNvCxnSpPr>
            <p:nvPr/>
          </p:nvCxnSpPr>
          <p:spPr>
            <a:xfrm flipH="1" flipV="1">
              <a:off x="4978900" y="4532300"/>
              <a:ext cx="643319" cy="9006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149F712-0674-9680-8C3A-14CEA6BF1D85}"/>
                </a:ext>
              </a:extLst>
            </p:cNvPr>
            <p:cNvSpPr/>
            <p:nvPr/>
          </p:nvSpPr>
          <p:spPr>
            <a:xfrm>
              <a:off x="5526390" y="5341507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6A1FE2B-FA75-FA0B-4F32-F343EDF91172}"/>
                </a:ext>
              </a:extLst>
            </p:cNvPr>
            <p:cNvSpPr/>
            <p:nvPr/>
          </p:nvSpPr>
          <p:spPr>
            <a:xfrm>
              <a:off x="4247125" y="5337917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EA890EA-51B4-3843-D851-78DDCEF59FF8}"/>
                </a:ext>
              </a:extLst>
            </p:cNvPr>
            <p:cNvSpPr/>
            <p:nvPr/>
          </p:nvSpPr>
          <p:spPr>
            <a:xfrm>
              <a:off x="4875767" y="4440860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BE1DED3-E515-C5AD-4ACC-1FA7BC56E767}"/>
              </a:ext>
            </a:extLst>
          </p:cNvPr>
          <p:cNvGrpSpPr/>
          <p:nvPr/>
        </p:nvGrpSpPr>
        <p:grpSpPr>
          <a:xfrm>
            <a:off x="1189756" y="2795382"/>
            <a:ext cx="900648" cy="694944"/>
            <a:chOff x="1189756" y="2795382"/>
            <a:chExt cx="900648" cy="694944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DF802CE-4C04-8DAF-7A7F-063620E625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1196" y="2886822"/>
              <a:ext cx="365760" cy="512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02130FE-CE03-74AC-196C-3904DB72F796}"/>
                </a:ext>
              </a:extLst>
            </p:cNvPr>
            <p:cNvSpPr/>
            <p:nvPr/>
          </p:nvSpPr>
          <p:spPr>
            <a:xfrm>
              <a:off x="1189756" y="3303856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BF028DE-22B9-F788-7624-328CA5B9EC2D}"/>
                </a:ext>
              </a:extLst>
            </p:cNvPr>
            <p:cNvSpPr/>
            <p:nvPr/>
          </p:nvSpPr>
          <p:spPr>
            <a:xfrm>
              <a:off x="1546156" y="2795382"/>
              <a:ext cx="182880" cy="18288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7F66CE9-94DA-9826-EF80-71AD9E456C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37593" y="2886822"/>
              <a:ext cx="365760" cy="512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2927191-C52F-8E62-B001-2F2371444795}"/>
                </a:ext>
              </a:extLst>
            </p:cNvPr>
            <p:cNvSpPr/>
            <p:nvPr/>
          </p:nvSpPr>
          <p:spPr>
            <a:xfrm>
              <a:off x="1907524" y="3307446"/>
              <a:ext cx="182880" cy="18288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B07D8358-866E-7DC8-F5B2-32CF9C1AF490}"/>
              </a:ext>
            </a:extLst>
          </p:cNvPr>
          <p:cNvSpPr/>
          <p:nvPr/>
        </p:nvSpPr>
        <p:spPr>
          <a:xfrm>
            <a:off x="455906" y="2795382"/>
            <a:ext cx="182880" cy="18288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BE82CC7-4671-5EE1-0972-A9ECE609321A}"/>
                  </a:ext>
                </a:extLst>
              </p:cNvPr>
              <p:cNvSpPr txBox="1"/>
              <p:nvPr/>
            </p:nvSpPr>
            <p:spPr>
              <a:xfrm>
                <a:off x="104335" y="2996079"/>
                <a:ext cx="7723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BE82CC7-4671-5EE1-0972-A9ECE6093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35" y="2996079"/>
                <a:ext cx="772327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E7489A3-2C5C-B1B5-797C-1F198FB6FA5B}"/>
                  </a:ext>
                </a:extLst>
              </p:cNvPr>
              <p:cNvSpPr txBox="1"/>
              <p:nvPr/>
            </p:nvSpPr>
            <p:spPr>
              <a:xfrm>
                <a:off x="542011" y="6018228"/>
                <a:ext cx="10593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E7489A3-2C5C-B1B5-797C-1F198FB6F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11" y="6018228"/>
                <a:ext cx="10593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929A6C2-C445-45E1-FCC2-9C0CF8234D63}"/>
                  </a:ext>
                </a:extLst>
              </p:cNvPr>
              <p:cNvSpPr txBox="1"/>
              <p:nvPr/>
            </p:nvSpPr>
            <p:spPr>
              <a:xfrm>
                <a:off x="826905" y="3503467"/>
                <a:ext cx="9085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929A6C2-C445-45E1-FCC2-9C0CF8234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5" y="3503467"/>
                <a:ext cx="908582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707C6BA-B5FE-CB8A-8CD2-03AD32883661}"/>
                  </a:ext>
                </a:extLst>
              </p:cNvPr>
              <p:cNvSpPr txBox="1"/>
              <p:nvPr/>
            </p:nvSpPr>
            <p:spPr>
              <a:xfrm>
                <a:off x="1716710" y="4646062"/>
                <a:ext cx="9085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707C6BA-B5FE-CB8A-8CD2-03AD32883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710" y="4646062"/>
                <a:ext cx="908582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6FE6AF3-A1B9-AD55-D7EA-4A3149EE9A82}"/>
                  </a:ext>
                </a:extLst>
              </p:cNvPr>
              <p:cNvSpPr txBox="1"/>
              <p:nvPr/>
            </p:nvSpPr>
            <p:spPr>
              <a:xfrm>
                <a:off x="4221370" y="4841603"/>
                <a:ext cx="9085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6FE6AF3-A1B9-AD55-D7EA-4A3149EE9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370" y="4841603"/>
                <a:ext cx="908582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6340BBC-FE5F-7DE1-414A-F265C3EEDC8C}"/>
                  </a:ext>
                </a:extLst>
              </p:cNvPr>
              <p:cNvSpPr txBox="1"/>
              <p:nvPr/>
            </p:nvSpPr>
            <p:spPr>
              <a:xfrm>
                <a:off x="4898498" y="5477903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=0.24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6340BBC-FE5F-7DE1-414A-F265C3EED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498" y="5477903"/>
                <a:ext cx="1007968" cy="307777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BBE4C97-FA8B-EC42-A2A1-777C18B1FAD4}"/>
                  </a:ext>
                </a:extLst>
              </p:cNvPr>
              <p:cNvSpPr txBox="1"/>
              <p:nvPr/>
            </p:nvSpPr>
            <p:spPr>
              <a:xfrm>
                <a:off x="6318820" y="5477903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BBE4C97-FA8B-EC42-A2A1-777C18B1F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820" y="5477903"/>
                <a:ext cx="1007968" cy="307777"/>
              </a:xfrm>
              <a:prstGeom prst="rect">
                <a:avLst/>
              </a:prstGeom>
              <a:blipFill>
                <a:blip r:embed="rId8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F729F03-4974-45E9-EF85-E162DA1E82CB}"/>
                  </a:ext>
                </a:extLst>
              </p:cNvPr>
              <p:cNvSpPr txBox="1"/>
              <p:nvPr/>
            </p:nvSpPr>
            <p:spPr>
              <a:xfrm>
                <a:off x="2383993" y="6018228"/>
                <a:ext cx="10646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F729F03-4974-45E9-EF85-E162DA1E8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93" y="6018228"/>
                <a:ext cx="106465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DEDEDF-BDAC-1BF7-0CCE-4112DDFA192C}"/>
                  </a:ext>
                </a:extLst>
              </p:cNvPr>
              <p:cNvSpPr txBox="1"/>
              <p:nvPr/>
            </p:nvSpPr>
            <p:spPr>
              <a:xfrm>
                <a:off x="5087500" y="6018228"/>
                <a:ext cx="10646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DEDEDF-BDAC-1BF7-0CCE-4112DDFA1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500" y="6018228"/>
                <a:ext cx="106465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6C035A7-43E7-4B8C-8D4F-31B68BF7AA79}"/>
                  </a:ext>
                </a:extLst>
              </p:cNvPr>
              <p:cNvSpPr txBox="1"/>
              <p:nvPr/>
            </p:nvSpPr>
            <p:spPr>
              <a:xfrm>
                <a:off x="9393496" y="5451579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=0.24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6C035A7-43E7-4B8C-8D4F-31B68BF7A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496" y="5451579"/>
                <a:ext cx="1007968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4C50C96-71B9-FF1F-B1E0-D372887C4A73}"/>
                  </a:ext>
                </a:extLst>
              </p:cNvPr>
              <p:cNvSpPr txBox="1"/>
              <p:nvPr/>
            </p:nvSpPr>
            <p:spPr>
              <a:xfrm>
                <a:off x="10813818" y="5451579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4C50C96-71B9-FF1F-B1E0-D372887C4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818" y="5451579"/>
                <a:ext cx="1007968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76DB453-863C-64B8-7B1F-5EB73935D0B6}"/>
                  </a:ext>
                </a:extLst>
              </p:cNvPr>
              <p:cNvSpPr txBox="1"/>
              <p:nvPr/>
            </p:nvSpPr>
            <p:spPr>
              <a:xfrm>
                <a:off x="7293507" y="6053190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=0.18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76DB453-863C-64B8-7B1F-5EB73935D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507" y="6053190"/>
                <a:ext cx="1007968" cy="307777"/>
              </a:xfrm>
              <a:prstGeom prst="rect">
                <a:avLst/>
              </a:prstGeom>
              <a:blipFill>
                <a:blip r:embed="rId1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33BBE18-B1F2-F457-EE5C-7DD08EC5C8F5}"/>
                  </a:ext>
                </a:extLst>
              </p:cNvPr>
              <p:cNvSpPr txBox="1"/>
              <p:nvPr/>
            </p:nvSpPr>
            <p:spPr>
              <a:xfrm>
                <a:off x="8713829" y="6053190"/>
                <a:ext cx="10079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33BBE18-B1F2-F457-EE5C-7DD08EC5C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829" y="6053190"/>
                <a:ext cx="1007968" cy="307777"/>
              </a:xfrm>
              <a:prstGeom prst="rect">
                <a:avLst/>
              </a:prstGeom>
              <a:blipFill>
                <a:blip r:embed="rId1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982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AEACAC-72DD-4281-D52B-88B89AC1F51E}"/>
              </a:ext>
            </a:extLst>
          </p:cNvPr>
          <p:cNvSpPr/>
          <p:nvPr/>
        </p:nvSpPr>
        <p:spPr>
          <a:xfrm>
            <a:off x="3315661" y="976385"/>
            <a:ext cx="1828800" cy="1828800"/>
          </a:xfrm>
          <a:prstGeom prst="rect">
            <a:avLst/>
          </a:prstGeom>
          <a:ln w="571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Yule model</a:t>
            </a:r>
          </a:p>
          <a:p>
            <a:pPr algn="ctr"/>
            <a:r>
              <a:rPr lang="en-US" sz="1600" dirty="0"/>
              <a:t>(Yule 1925)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B7CA75-BF1A-666B-E0AD-E2FBEA8829F1}"/>
              </a:ext>
            </a:extLst>
          </p:cNvPr>
          <p:cNvSpPr/>
          <p:nvPr/>
        </p:nvSpPr>
        <p:spPr>
          <a:xfrm>
            <a:off x="3315661" y="3678576"/>
            <a:ext cx="1828800" cy="18288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Uniform model</a:t>
            </a:r>
          </a:p>
          <a:p>
            <a:pPr algn="ctr"/>
            <a:r>
              <a:rPr lang="en-US" sz="1600" i="1" dirty="0"/>
              <a:t>(Rosen 1978)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E6AAB5-FA71-6885-B6DA-C02EC78A067A}"/>
              </a:ext>
            </a:extLst>
          </p:cNvPr>
          <p:cNvSpPr/>
          <p:nvPr/>
        </p:nvSpPr>
        <p:spPr>
          <a:xfrm>
            <a:off x="3315661" y="6401150"/>
            <a:ext cx="1828800" cy="1828800"/>
          </a:xfrm>
          <a:prstGeom prst="rect">
            <a:avLst/>
          </a:prstGeom>
          <a:ln w="571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Caterpillar tree</a:t>
            </a:r>
          </a:p>
          <a:p>
            <a:pPr algn="ctr"/>
            <a:r>
              <a:rPr lang="en-US" sz="1600" i="1" dirty="0"/>
              <a:t>(Harary &amp; Schwenk 1973)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7637F1-5E42-7B22-5411-8C37C207C1B8}"/>
                  </a:ext>
                </a:extLst>
              </p:cNvPr>
              <p:cNvSpPr/>
              <p:nvPr/>
            </p:nvSpPr>
            <p:spPr>
              <a:xfrm>
                <a:off x="110047" y="3678576"/>
                <a:ext cx="1828800" cy="1828800"/>
              </a:xfrm>
              <a:prstGeom prst="rect">
                <a:avLst/>
              </a:prstGeom>
              <a:ln w="571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/>
                  <a:t>Aldous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1600" b="1" dirty="0"/>
                  <a:t>-splitting</a:t>
                </a:r>
              </a:p>
              <a:p>
                <a:pPr algn="ctr"/>
                <a:r>
                  <a:rPr lang="en-US" sz="1600" i="1" dirty="0"/>
                  <a:t>(Aldous 1996)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∈(−2, ∞)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7637F1-5E42-7B22-5411-8C37C207C1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7" y="3678576"/>
                <a:ext cx="1828800" cy="1828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85A3E72-95D6-6186-34E8-C6BA270FDB56}"/>
                  </a:ext>
                </a:extLst>
              </p:cNvPr>
              <p:cNvSpPr/>
              <p:nvPr/>
            </p:nvSpPr>
            <p:spPr>
              <a:xfrm>
                <a:off x="10136638" y="3680204"/>
                <a:ext cx="1828800" cy="1828800"/>
              </a:xfrm>
              <a:prstGeom prst="rect">
                <a:avLst/>
              </a:prstGeom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/>
                  <a:t>Biased speciation </a:t>
                </a:r>
              </a:p>
              <a:p>
                <a:pPr algn="ctr"/>
                <a:r>
                  <a:rPr lang="en-US" sz="1600" i="1" dirty="0"/>
                  <a:t>(Blum &amp; Francois 2005)</a:t>
                </a:r>
              </a:p>
              <a:p>
                <a:pPr algn="ctr"/>
                <a:r>
                  <a:rPr lang="en-US" sz="1600" b="0" dirty="0"/>
                  <a:t>Split distribution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85A3E72-95D6-6186-34E8-C6BA270FD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6638" y="3680204"/>
                <a:ext cx="1828800" cy="1828800"/>
              </a:xfrm>
              <a:prstGeom prst="rect">
                <a:avLst/>
              </a:prstGeom>
              <a:blipFill>
                <a:blip r:embed="rId3"/>
                <a:stretch>
                  <a:fillRect l="-324" r="-2265"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862E82B-FBB1-3A71-5A85-EBE84978F5CF}"/>
                  </a:ext>
                </a:extLst>
              </p:cNvPr>
              <p:cNvSpPr/>
              <p:nvPr/>
            </p:nvSpPr>
            <p:spPr>
              <a:xfrm>
                <a:off x="6588858" y="6401150"/>
                <a:ext cx="1828800" cy="1828800"/>
              </a:xfrm>
              <a:prstGeom prst="rect">
                <a:avLst/>
              </a:prstGeom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/>
                  <a:t>Biased speciation, constant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US" sz="1600" b="1" dirty="0"/>
              </a:p>
              <a:p>
                <a:pPr algn="ctr"/>
                <a:r>
                  <a:rPr lang="en-US" sz="1600" dirty="0"/>
                  <a:t>(Blum &amp; Francois 2005)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∈[0, 1]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862E82B-FBB1-3A71-5A85-EBE84978F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858" y="6401150"/>
                <a:ext cx="1828800" cy="1828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18E2B8F-9C7A-45A3-415B-AD96DC7EEE18}"/>
                  </a:ext>
                </a:extLst>
              </p:cNvPr>
              <p:cNvSpPr/>
              <p:nvPr/>
            </p:nvSpPr>
            <p:spPr>
              <a:xfrm>
                <a:off x="6581920" y="3687893"/>
                <a:ext cx="1828800" cy="1828800"/>
              </a:xfrm>
              <a:prstGeom prst="rect">
                <a:avLst/>
              </a:prstGeom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/>
                  <a:t>Blum &amp; Francois Beta-splitting</a:t>
                </a:r>
              </a:p>
              <a:p>
                <a:pPr algn="ctr"/>
                <a:r>
                  <a:rPr lang="en-US" sz="1600" dirty="0"/>
                  <a:t>(Blum &amp; Francois 2006)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∈(−1, ∞)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18E2B8F-9C7A-45A3-415B-AD96DC7EEE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920" y="3687893"/>
                <a:ext cx="1828800" cy="1828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BD96CB0-F5F8-89B2-E20F-CCD6D16523E6}"/>
                  </a:ext>
                </a:extLst>
              </p:cNvPr>
              <p:cNvSpPr/>
              <p:nvPr/>
            </p:nvSpPr>
            <p:spPr>
              <a:xfrm>
                <a:off x="6586871" y="976385"/>
                <a:ext cx="1828800" cy="1828800"/>
              </a:xfrm>
              <a:prstGeom prst="rect">
                <a:avLst/>
              </a:prstGeom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/>
                  <a:t>Sainudiin &amp; Veber Beta-splitting</a:t>
                </a:r>
              </a:p>
              <a:p>
                <a:pPr algn="ctr"/>
                <a:r>
                  <a:rPr lang="en-US" sz="1600" dirty="0"/>
                  <a:t>(</a:t>
                </a:r>
                <a:r>
                  <a:rPr lang="en-US" sz="1600" dirty="0" err="1"/>
                  <a:t>Sainudiin</a:t>
                </a:r>
                <a:r>
                  <a:rPr lang="en-US" sz="1600" dirty="0"/>
                  <a:t> &amp; Veber 2016)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∈(−1, ∞)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BD96CB0-F5F8-89B2-E20F-CCD6D1652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71" y="976385"/>
                <a:ext cx="1828800" cy="1828800"/>
              </a:xfrm>
              <a:prstGeom prst="rect">
                <a:avLst/>
              </a:prstGeom>
              <a:blipFill>
                <a:blip r:embed="rId6"/>
                <a:stretch>
                  <a:fillRect r="-1942"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DDBC77-6A8F-0315-F4C2-82768A1F38E5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8410720" y="4594604"/>
            <a:ext cx="1725918" cy="76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308942-25E3-8465-CB03-81C6C4358281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5144461" y="1888222"/>
            <a:ext cx="1444397" cy="25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FC8F36-67CF-2EFC-8D0D-9F52254D839E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5144461" y="7315550"/>
            <a:ext cx="144439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7E8710-2236-A445-7915-F032E636AE77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1938847" y="4592976"/>
            <a:ext cx="137681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C52C06-FBA2-F235-3C2F-B2A559C63B65}"/>
              </a:ext>
            </a:extLst>
          </p:cNvPr>
          <p:cNvCxnSpPr>
            <a:cxnSpLocks/>
            <a:stCxn id="6" idx="0"/>
            <a:endCxn id="3" idx="1"/>
          </p:cNvCxnSpPr>
          <p:nvPr/>
        </p:nvCxnSpPr>
        <p:spPr>
          <a:xfrm flipV="1">
            <a:off x="1024447" y="1890785"/>
            <a:ext cx="2291214" cy="17877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82DC50-A64D-4D5B-718F-296D96E7DB0F}"/>
              </a:ext>
            </a:extLst>
          </p:cNvPr>
          <p:cNvCxnSpPr>
            <a:cxnSpLocks/>
            <a:stCxn id="6" idx="2"/>
            <a:endCxn id="5" idx="1"/>
          </p:cNvCxnSpPr>
          <p:nvPr/>
        </p:nvCxnSpPr>
        <p:spPr>
          <a:xfrm>
            <a:off x="1024447" y="5507376"/>
            <a:ext cx="2291214" cy="1808174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581773D-AF12-4546-087D-5663D3386109}"/>
              </a:ext>
            </a:extLst>
          </p:cNvPr>
          <p:cNvCxnSpPr>
            <a:cxnSpLocks/>
            <a:stCxn id="7" idx="2"/>
            <a:endCxn id="8" idx="3"/>
          </p:cNvCxnSpPr>
          <p:nvPr/>
        </p:nvCxnSpPr>
        <p:spPr>
          <a:xfrm flipH="1">
            <a:off x="8417658" y="5509004"/>
            <a:ext cx="2633380" cy="180654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49052D-D29F-8660-4076-160B05F83EEE}"/>
              </a:ext>
            </a:extLst>
          </p:cNvPr>
          <p:cNvCxnSpPr>
            <a:cxnSpLocks/>
            <a:stCxn id="7" idx="0"/>
            <a:endCxn id="10" idx="3"/>
          </p:cNvCxnSpPr>
          <p:nvPr/>
        </p:nvCxnSpPr>
        <p:spPr>
          <a:xfrm flipH="1" flipV="1">
            <a:off x="8415671" y="1890785"/>
            <a:ext cx="2635367" cy="17894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6C284F-C09C-4650-2DA4-50660481F93F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flipH="1">
            <a:off x="7496320" y="2805185"/>
            <a:ext cx="4951" cy="8827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D84C08-8F23-6B88-55B0-45CB6ECBEA8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151399" y="5516693"/>
            <a:ext cx="2344921" cy="1397188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FDDE63C-56F0-B16C-8C12-8F572C3500AA}"/>
              </a:ext>
            </a:extLst>
          </p:cNvPr>
          <p:cNvCxnSpPr>
            <a:cxnSpLocks/>
          </p:cNvCxnSpPr>
          <p:nvPr/>
        </p:nvCxnSpPr>
        <p:spPr>
          <a:xfrm flipH="1">
            <a:off x="5107587" y="2775242"/>
            <a:ext cx="1474333" cy="3625908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54A65BB-3C3D-0F51-AE59-F1A8FD508008}"/>
              </a:ext>
            </a:extLst>
          </p:cNvPr>
          <p:cNvCxnSpPr>
            <a:cxnSpLocks/>
            <a:stCxn id="9" idx="1"/>
            <a:endCxn id="3" idx="2"/>
          </p:cNvCxnSpPr>
          <p:nvPr/>
        </p:nvCxnSpPr>
        <p:spPr>
          <a:xfrm flipH="1" flipV="1">
            <a:off x="4230061" y="2805185"/>
            <a:ext cx="2351859" cy="17971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356030-EF6B-8482-9E45-8665400F48B7}"/>
                  </a:ext>
                </a:extLst>
              </p:cNvPr>
              <p:cNvSpPr txBox="1"/>
              <p:nvPr/>
            </p:nvSpPr>
            <p:spPr>
              <a:xfrm>
                <a:off x="9372310" y="2333073"/>
                <a:ext cx="1740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𝐵𝑒𝑡𝑎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+1, 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356030-EF6B-8482-9E45-8665400F4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310" y="2333073"/>
                <a:ext cx="1740348" cy="276999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93E24E4-15C2-C2F0-92EE-A98E581A93A3}"/>
                  </a:ext>
                </a:extLst>
              </p:cNvPr>
              <p:cNvSpPr txBox="1"/>
              <p:nvPr/>
            </p:nvSpPr>
            <p:spPr>
              <a:xfrm>
                <a:off x="9720147" y="6391596"/>
                <a:ext cx="5888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93E24E4-15C2-C2F0-92EE-A98E581A9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147" y="6391596"/>
                <a:ext cx="588879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3D6D16-EE34-8A84-44EB-5DDB026591B1}"/>
                  </a:ext>
                </a:extLst>
              </p:cNvPr>
              <p:cNvSpPr txBox="1"/>
              <p:nvPr/>
            </p:nvSpPr>
            <p:spPr>
              <a:xfrm>
                <a:off x="8423655" y="4272883"/>
                <a:ext cx="1740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𝐵𝑒𝑡𝑎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+1, 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3D6D16-EE34-8A84-44EB-5DDB02659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655" y="4272883"/>
                <a:ext cx="1740348" cy="276999"/>
              </a:xfrm>
              <a:prstGeom prst="rect">
                <a:avLst/>
              </a:prstGeom>
              <a:blipFill>
                <a:blip r:embed="rId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F3353B-EB5B-7B84-3584-9C29C1939029}"/>
                  </a:ext>
                </a:extLst>
              </p:cNvPr>
              <p:cNvSpPr txBox="1"/>
              <p:nvPr/>
            </p:nvSpPr>
            <p:spPr>
              <a:xfrm>
                <a:off x="7552283" y="3104195"/>
                <a:ext cx="6129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F3353B-EB5B-7B84-3584-9C29C1939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283" y="3104195"/>
                <a:ext cx="612988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039903D-C337-FB95-B1C1-B9F8B0A99F35}"/>
                  </a:ext>
                </a:extLst>
              </p:cNvPr>
              <p:cNvSpPr txBox="1"/>
              <p:nvPr/>
            </p:nvSpPr>
            <p:spPr>
              <a:xfrm>
                <a:off x="5380893" y="7023579"/>
                <a:ext cx="10231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039903D-C337-FB95-B1C1-B9F8B0A99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3" y="7023579"/>
                <a:ext cx="1023101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802210E-1EF6-2D0B-CC85-AB45F2A3F1AA}"/>
                  </a:ext>
                </a:extLst>
              </p:cNvPr>
              <p:cNvSpPr txBox="1"/>
              <p:nvPr/>
            </p:nvSpPr>
            <p:spPr>
              <a:xfrm>
                <a:off x="2132706" y="4133995"/>
                <a:ext cx="741357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802210E-1EF6-2D0B-CC85-AB45F2A3F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706" y="4133995"/>
                <a:ext cx="741357" cy="438005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9CF3B30-A71D-DF78-0581-C724C23BCE47}"/>
                  </a:ext>
                </a:extLst>
              </p:cNvPr>
              <p:cNvSpPr txBox="1"/>
              <p:nvPr/>
            </p:nvSpPr>
            <p:spPr>
              <a:xfrm>
                <a:off x="2071991" y="5953259"/>
                <a:ext cx="72853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9CF3B30-A71D-DF78-0581-C724C23BC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991" y="5953259"/>
                <a:ext cx="728533" cy="276999"/>
              </a:xfrm>
              <a:prstGeom prst="rect">
                <a:avLst/>
              </a:prstGeom>
              <a:blipFill>
                <a:blip r:embed="rId1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884780E-677C-0160-F127-018F056416BA}"/>
                  </a:ext>
                </a:extLst>
              </p:cNvPr>
              <p:cNvSpPr txBox="1"/>
              <p:nvPr/>
            </p:nvSpPr>
            <p:spPr>
              <a:xfrm>
                <a:off x="1835965" y="2471573"/>
                <a:ext cx="60029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884780E-677C-0160-F127-018F05641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965" y="2471573"/>
                <a:ext cx="600293" cy="276999"/>
              </a:xfrm>
              <a:prstGeom prst="rect">
                <a:avLst/>
              </a:prstGeom>
              <a:blipFill>
                <a:blip r:embed="rId1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8786BC2-C311-2C86-F4D8-5495EB5ED089}"/>
                  </a:ext>
                </a:extLst>
              </p:cNvPr>
              <p:cNvSpPr txBox="1"/>
              <p:nvPr/>
            </p:nvSpPr>
            <p:spPr>
              <a:xfrm>
                <a:off x="5605130" y="1548888"/>
                <a:ext cx="8989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8786BC2-C311-2C86-F4D8-5495EB5ED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30" y="1548888"/>
                <a:ext cx="898900" cy="276999"/>
              </a:xfrm>
              <a:prstGeom prst="rect">
                <a:avLst/>
              </a:prstGeom>
              <a:blipFill>
                <a:blip r:embed="rId1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E63673C-200A-805A-C335-B372947BFF53}"/>
                  </a:ext>
                </a:extLst>
              </p:cNvPr>
              <p:cNvSpPr txBox="1"/>
              <p:nvPr/>
            </p:nvSpPr>
            <p:spPr>
              <a:xfrm>
                <a:off x="6016926" y="4518643"/>
                <a:ext cx="60029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E63673C-200A-805A-C335-B372947BF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926" y="4518643"/>
                <a:ext cx="600293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CF0321E-11DF-96D4-897A-ACFEC6C412C1}"/>
                  </a:ext>
                </a:extLst>
              </p:cNvPr>
              <p:cNvSpPr txBox="1"/>
              <p:nvPr/>
            </p:nvSpPr>
            <p:spPr>
              <a:xfrm>
                <a:off x="6133611" y="5701929"/>
                <a:ext cx="72853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→−1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CF0321E-11DF-96D4-897A-ACFEC6C4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611" y="5701929"/>
                <a:ext cx="728533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04A8943-D56D-9038-9489-A2AE3E3C1ADC}"/>
                  </a:ext>
                </a:extLst>
              </p:cNvPr>
              <p:cNvSpPr txBox="1"/>
              <p:nvPr/>
            </p:nvSpPr>
            <p:spPr>
              <a:xfrm>
                <a:off x="5470736" y="2827196"/>
                <a:ext cx="10271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→−1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04A8943-D56D-9038-9489-A2AE3E3C1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736" y="2827196"/>
                <a:ext cx="1027141" cy="276999"/>
              </a:xfrm>
              <a:prstGeom prst="rect">
                <a:avLst/>
              </a:prstGeom>
              <a:blipFill>
                <a:blip r:embed="rId1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33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A1B-B8F9-12A2-2FF6-676748DD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4677813-F6DE-0F34-5A46-5BBBB54E9ECF}"/>
              </a:ext>
            </a:extLst>
          </p:cNvPr>
          <p:cNvGrpSpPr/>
          <p:nvPr/>
        </p:nvGrpSpPr>
        <p:grpSpPr>
          <a:xfrm>
            <a:off x="118859" y="155218"/>
            <a:ext cx="10579759" cy="8627116"/>
            <a:chOff x="118859" y="155218"/>
            <a:chExt cx="10579759" cy="862711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90E92CD-87C2-A894-4187-9ABC93FF6C97}"/>
                </a:ext>
              </a:extLst>
            </p:cNvPr>
            <p:cNvSpPr/>
            <p:nvPr/>
          </p:nvSpPr>
          <p:spPr>
            <a:xfrm>
              <a:off x="118859" y="6953534"/>
              <a:ext cx="1828800" cy="1828800"/>
            </a:xfrm>
            <a:prstGeom prst="rect">
              <a:avLst/>
            </a:prstGeom>
            <a:ln w="5715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Yule model</a:t>
              </a:r>
            </a:p>
            <a:p>
              <a:pPr algn="ctr"/>
              <a:r>
                <a:rPr lang="en-US" sz="1600" i="1" dirty="0"/>
                <a:t>(Yule 1925) 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655C221-2CE5-0420-3DAF-A0B66F1A2907}"/>
                </a:ext>
              </a:extLst>
            </p:cNvPr>
            <p:cNvSpPr/>
            <p:nvPr/>
          </p:nvSpPr>
          <p:spPr>
            <a:xfrm>
              <a:off x="2800524" y="6953534"/>
              <a:ext cx="1828800" cy="1828800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Uniform model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F2E5B9-7CAA-6D1A-5662-42FAE55F75EE}"/>
                </a:ext>
              </a:extLst>
            </p:cNvPr>
            <p:cNvSpPr/>
            <p:nvPr/>
          </p:nvSpPr>
          <p:spPr>
            <a:xfrm>
              <a:off x="5420655" y="6953534"/>
              <a:ext cx="1828800" cy="1828800"/>
            </a:xfrm>
            <a:prstGeom prst="rect">
              <a:avLst/>
            </a:prstGeom>
            <a:ln w="5715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Caterpillar tree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D2B9634-26F4-E6D1-392D-478A9286917C}"/>
                    </a:ext>
                  </a:extLst>
                </p:cNvPr>
                <p:cNvSpPr/>
                <p:nvPr/>
              </p:nvSpPr>
              <p:spPr>
                <a:xfrm>
                  <a:off x="8869818" y="4990860"/>
                  <a:ext cx="1828800" cy="1828800"/>
                </a:xfrm>
                <a:prstGeom prst="rect">
                  <a:avLst/>
                </a:prstGeom>
                <a:ln w="571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/>
                    <a:t>Aldous Beta-splitting</a:t>
                  </a:r>
                </a:p>
                <a:p>
                  <a:pPr algn="ctr"/>
                  <a:r>
                    <a:rPr lang="en-US" sz="1600" i="1" dirty="0"/>
                    <a:t>(Aldous 1996)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∈(−2, ∞)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D2B9634-26F4-E6D1-392D-478A928691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9818" y="4990860"/>
                  <a:ext cx="1828800" cy="18288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2B085A2B-8C0E-4102-1495-B8A3257073DD}"/>
                    </a:ext>
                  </a:extLst>
                </p:cNvPr>
                <p:cNvSpPr/>
                <p:nvPr/>
              </p:nvSpPr>
              <p:spPr>
                <a:xfrm>
                  <a:off x="2800524" y="155218"/>
                  <a:ext cx="1828800" cy="1828800"/>
                </a:xfrm>
                <a:prstGeom prst="rect">
                  <a:avLst/>
                </a:prstGeom>
                <a:ln w="57150">
                  <a:solidFill>
                    <a:schemeClr val="accent6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/>
                    <a:t>General biased speciation </a:t>
                  </a:r>
                </a:p>
                <a:p>
                  <a:pPr algn="ctr"/>
                  <a:r>
                    <a:rPr lang="en-US" sz="1600" i="1" dirty="0"/>
                    <a:t>(Blum &amp; Francois 2005)</a:t>
                  </a:r>
                </a:p>
                <a:p>
                  <a:pPr algn="ctr"/>
                  <a:r>
                    <a:rPr lang="en-US" sz="1600" b="0" dirty="0"/>
                    <a:t>Split </a:t>
                  </a:r>
                  <a:r>
                    <a:rPr lang="en-US" sz="1600" dirty="0"/>
                    <a:t>fraction distribution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2B085A2B-8C0E-4102-1495-B8A3257073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0524" y="155218"/>
                  <a:ext cx="1828800" cy="18288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571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7D0999FA-FD2A-1B9D-903A-4F19A0FBD985}"/>
                    </a:ext>
                  </a:extLst>
                </p:cNvPr>
                <p:cNvSpPr/>
                <p:nvPr/>
              </p:nvSpPr>
              <p:spPr>
                <a:xfrm>
                  <a:off x="118859" y="2707750"/>
                  <a:ext cx="1828800" cy="1828800"/>
                </a:xfrm>
                <a:prstGeom prst="rect">
                  <a:avLst/>
                </a:prstGeom>
                <a:ln w="57150">
                  <a:solidFill>
                    <a:schemeClr val="accent6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/>
                    <a:t>Biased speciation, constant split fraction</a:t>
                  </a:r>
                </a:p>
                <a:p>
                  <a:pPr algn="ctr"/>
                  <a:r>
                    <a:rPr lang="en-US" sz="1600" i="1" dirty="0"/>
                    <a:t>(Blum &amp; Francois 2005)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∈[0, 1]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7D0999FA-FD2A-1B9D-903A-4F19A0FBD9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859" y="2707750"/>
                  <a:ext cx="1828800" cy="18288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571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1B3FA63-FA65-0C6A-C74E-71E4ADDDB6EC}"/>
                    </a:ext>
                  </a:extLst>
                </p:cNvPr>
                <p:cNvSpPr/>
                <p:nvPr/>
              </p:nvSpPr>
              <p:spPr>
                <a:xfrm>
                  <a:off x="2800524" y="2691071"/>
                  <a:ext cx="1828800" cy="1828800"/>
                </a:xfrm>
                <a:prstGeom prst="rect">
                  <a:avLst/>
                </a:prstGeom>
                <a:ln w="57150">
                  <a:solidFill>
                    <a:schemeClr val="accent6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/>
                    <a:t>Blum-François Beta-splitting</a:t>
                  </a:r>
                </a:p>
                <a:p>
                  <a:pPr algn="ctr"/>
                  <a:r>
                    <a:rPr lang="en-US" sz="1600" i="1" dirty="0"/>
                    <a:t>(Blum &amp; Francois 2006)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∈(−1, ∞)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1B3FA63-FA65-0C6A-C74E-71E4ADDDB6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0524" y="2691071"/>
                  <a:ext cx="1828800" cy="18288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67AFE90-EC66-2C91-276E-F0AFAADA9666}"/>
                    </a:ext>
                  </a:extLst>
                </p:cNvPr>
                <p:cNvSpPr/>
                <p:nvPr/>
              </p:nvSpPr>
              <p:spPr>
                <a:xfrm>
                  <a:off x="5420655" y="2686947"/>
                  <a:ext cx="1828800" cy="1828800"/>
                </a:xfrm>
                <a:prstGeom prst="rect">
                  <a:avLst/>
                </a:prstGeom>
                <a:ln w="57150">
                  <a:solidFill>
                    <a:schemeClr val="accent6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 err="1"/>
                    <a:t>Sainudiin</a:t>
                  </a:r>
                  <a:r>
                    <a:rPr lang="en-US" sz="1600" b="1" dirty="0"/>
                    <a:t>-Véber Beta-splitting</a:t>
                  </a:r>
                </a:p>
                <a:p>
                  <a:pPr algn="ctr"/>
                  <a:r>
                    <a:rPr lang="en-US" sz="1600" i="1" dirty="0"/>
                    <a:t>(</a:t>
                  </a:r>
                  <a:r>
                    <a:rPr lang="en-US" sz="1600" i="1" dirty="0" err="1"/>
                    <a:t>Sainudiin</a:t>
                  </a:r>
                  <a:r>
                    <a:rPr lang="en-US" sz="1600" i="1" dirty="0"/>
                    <a:t> &amp; Véber 2016)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∈(−1, ∞)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67AFE90-EC66-2C91-276E-F0AFAADA96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0655" y="2686947"/>
                  <a:ext cx="1828800" cy="1828800"/>
                </a:xfrm>
                <a:prstGeom prst="rect">
                  <a:avLst/>
                </a:prstGeom>
                <a:blipFill>
                  <a:blip r:embed="rId6"/>
                  <a:stretch>
                    <a:fillRect r="-1618"/>
                  </a:stretch>
                </a:blipFill>
                <a:ln w="571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803C774-1740-1D0D-F682-EFAFC4F1D3E0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>
              <a:off x="3714924" y="1984018"/>
              <a:ext cx="0" cy="70705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07AFC81-1141-F248-6DB0-5CCF66F889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2530" y="4515747"/>
              <a:ext cx="3897081" cy="24169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35DA867-D678-7A4D-5613-E78AA5E67FE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1033259" y="4536550"/>
              <a:ext cx="4396352" cy="24034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518BE09-515F-9B7D-00D7-70141C4EB552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4629324" y="5905260"/>
              <a:ext cx="4240494" cy="104827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5FCA40F-9FA2-7EAE-2B9F-1273A7DA90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7659" y="4994984"/>
              <a:ext cx="6922159" cy="19585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529CCA6-FE0A-E71B-E8C8-4B2A48ACE1F1}"/>
                </a:ext>
              </a:extLst>
            </p:cNvPr>
            <p:cNvCxnSpPr>
              <a:cxnSpLocks/>
              <a:stCxn id="6" idx="2"/>
              <a:endCxn id="5" idx="3"/>
            </p:cNvCxnSpPr>
            <p:nvPr/>
          </p:nvCxnSpPr>
          <p:spPr>
            <a:xfrm flipH="1">
              <a:off x="7249455" y="6819660"/>
              <a:ext cx="2534763" cy="1048274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765FA1C-0729-04DA-FC9C-CE93679A65B4}"/>
                </a:ext>
              </a:extLst>
            </p:cNvPr>
            <p:cNvCxnSpPr>
              <a:cxnSpLocks/>
              <a:stCxn id="7" idx="1"/>
              <a:endCxn id="8" idx="0"/>
            </p:cNvCxnSpPr>
            <p:nvPr/>
          </p:nvCxnSpPr>
          <p:spPr>
            <a:xfrm flipH="1">
              <a:off x="1033259" y="1069618"/>
              <a:ext cx="1767265" cy="16381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3EEF556-D2E9-FD4D-C339-6B0F09C4540F}"/>
                </a:ext>
              </a:extLst>
            </p:cNvPr>
            <p:cNvCxnSpPr>
              <a:cxnSpLocks/>
              <a:stCxn id="7" idx="3"/>
              <a:endCxn id="10" idx="0"/>
            </p:cNvCxnSpPr>
            <p:nvPr/>
          </p:nvCxnSpPr>
          <p:spPr>
            <a:xfrm>
              <a:off x="4629324" y="1069618"/>
              <a:ext cx="1705731" cy="161732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4060372-B4B8-3FC2-916F-C752F41DC378}"/>
                </a:ext>
              </a:extLst>
            </p:cNvPr>
            <p:cNvCxnSpPr>
              <a:cxnSpLocks/>
              <a:stCxn id="10" idx="1"/>
              <a:endCxn id="9" idx="3"/>
            </p:cNvCxnSpPr>
            <p:nvPr/>
          </p:nvCxnSpPr>
          <p:spPr>
            <a:xfrm flipH="1">
              <a:off x="4629324" y="3601347"/>
              <a:ext cx="791331" cy="412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52451E4-B123-9766-1B97-23D1FF53EE14}"/>
                </a:ext>
              </a:extLst>
            </p:cNvPr>
            <p:cNvCxnSpPr>
              <a:cxnSpLocks/>
            </p:cNvCxnSpPr>
            <p:nvPr/>
          </p:nvCxnSpPr>
          <p:spPr>
            <a:xfrm>
              <a:off x="3931975" y="4511623"/>
              <a:ext cx="2014119" cy="2441911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1C9CCE1-1E63-F9CF-879A-0D6976C27418}"/>
                </a:ext>
              </a:extLst>
            </p:cNvPr>
            <p:cNvCxnSpPr>
              <a:cxnSpLocks/>
              <a:stCxn id="10" idx="2"/>
              <a:endCxn id="5" idx="0"/>
            </p:cNvCxnSpPr>
            <p:nvPr/>
          </p:nvCxnSpPr>
          <p:spPr>
            <a:xfrm>
              <a:off x="6335055" y="4515747"/>
              <a:ext cx="0" cy="2437787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8D23FB1-2572-E559-70F2-601F4BC74871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 flipH="1">
              <a:off x="1033259" y="4515747"/>
              <a:ext cx="1776221" cy="243778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1B26E3B-EA35-43C7-9863-6B0102168276}"/>
                    </a:ext>
                  </a:extLst>
                </p:cNvPr>
                <p:cNvSpPr txBox="1"/>
                <p:nvPr/>
              </p:nvSpPr>
              <p:spPr>
                <a:xfrm>
                  <a:off x="5405749" y="1502152"/>
                  <a:ext cx="201943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𝐵𝑒𝑡𝑎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1B26E3B-EA35-43C7-9863-6B0102168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749" y="1502152"/>
                  <a:ext cx="201943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556EBC3-D0B4-FCAA-0E74-52FB9838D1FE}"/>
                    </a:ext>
                  </a:extLst>
                </p:cNvPr>
                <p:cNvSpPr txBox="1"/>
                <p:nvPr/>
              </p:nvSpPr>
              <p:spPr>
                <a:xfrm>
                  <a:off x="1305753" y="1502153"/>
                  <a:ext cx="83420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556EBC3-D0B4-FCAA-0E74-52FB9838D1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5753" y="1502153"/>
                  <a:ext cx="83420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E2FD0A3-B525-E8A7-0A39-812B1F167652}"/>
                    </a:ext>
                  </a:extLst>
                </p:cNvPr>
                <p:cNvSpPr txBox="1"/>
                <p:nvPr/>
              </p:nvSpPr>
              <p:spPr>
                <a:xfrm>
                  <a:off x="3710353" y="2196983"/>
                  <a:ext cx="19857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𝐵𝑒𝑡𝑎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E2FD0A3-B525-E8A7-0A39-812B1F167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0353" y="2196983"/>
                  <a:ext cx="1985767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6C22FE6-EFDF-C38A-9811-2EC10537BB37}"/>
                    </a:ext>
                  </a:extLst>
                </p:cNvPr>
                <p:cNvSpPr txBox="1"/>
                <p:nvPr/>
              </p:nvSpPr>
              <p:spPr>
                <a:xfrm>
                  <a:off x="4666576" y="3324348"/>
                  <a:ext cx="7168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6C22FE6-EFDF-C38A-9811-2EC10537BB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576" y="3324348"/>
                  <a:ext cx="716826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CD6A14B6-8B20-F770-8E05-042A66C3653E}"/>
                    </a:ext>
                  </a:extLst>
                </p:cNvPr>
                <p:cNvSpPr txBox="1"/>
                <p:nvPr/>
              </p:nvSpPr>
              <p:spPr>
                <a:xfrm>
                  <a:off x="402673" y="4759730"/>
                  <a:ext cx="128904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=0,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CD6A14B6-8B20-F770-8E05-042A66C36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673" y="4759730"/>
                  <a:ext cx="1289040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54A940E5-1306-7A7F-A8BB-4C6B7D36526E}"/>
                    </a:ext>
                  </a:extLst>
                </p:cNvPr>
                <p:cNvSpPr txBox="1"/>
                <p:nvPr/>
              </p:nvSpPr>
              <p:spPr>
                <a:xfrm>
                  <a:off x="7955419" y="5991392"/>
                  <a:ext cx="831306" cy="495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54A940E5-1306-7A7F-A8BB-4C6B7D365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419" y="5991392"/>
                  <a:ext cx="831306" cy="495649"/>
                </a:xfrm>
                <a:prstGeom prst="rect">
                  <a:avLst/>
                </a:prstGeom>
                <a:blipFill>
                  <a:blip r:embed="rId12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E72D8483-B4B5-CA84-31D0-8BBAF83A4550}"/>
                    </a:ext>
                  </a:extLst>
                </p:cNvPr>
                <p:cNvSpPr txBox="1"/>
                <p:nvPr/>
              </p:nvSpPr>
              <p:spPr>
                <a:xfrm>
                  <a:off x="8716192" y="7156273"/>
                  <a:ext cx="88215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E72D8483-B4B5-CA84-31D0-8BBAF83A45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6192" y="7156273"/>
                  <a:ext cx="882159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69873CC-B371-8E1C-2C81-A8BE84FB8EEB}"/>
                    </a:ext>
                  </a:extLst>
                </p:cNvPr>
                <p:cNvSpPr txBox="1"/>
                <p:nvPr/>
              </p:nvSpPr>
              <p:spPr>
                <a:xfrm>
                  <a:off x="7964374" y="5171061"/>
                  <a:ext cx="75181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69873CC-B371-8E1C-2C81-A8BE84FB8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374" y="5171061"/>
                  <a:ext cx="751818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43A8D07-F8E9-637E-5AA9-D260A5498FF6}"/>
                    </a:ext>
                  </a:extLst>
                </p:cNvPr>
                <p:cNvSpPr txBox="1"/>
                <p:nvPr/>
              </p:nvSpPr>
              <p:spPr>
                <a:xfrm>
                  <a:off x="4879859" y="4759728"/>
                  <a:ext cx="105178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43A8D07-F8E9-637E-5AA9-D260A5498F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859" y="4759728"/>
                  <a:ext cx="1051781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CB5A1C0-CF48-A3C7-D894-351052A64125}"/>
                    </a:ext>
                  </a:extLst>
                </p:cNvPr>
                <p:cNvSpPr txBox="1"/>
                <p:nvPr/>
              </p:nvSpPr>
              <p:spPr>
                <a:xfrm>
                  <a:off x="2498724" y="4759728"/>
                  <a:ext cx="67082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CB5A1C0-CF48-A3C7-D894-351052A64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8724" y="4759728"/>
                  <a:ext cx="670824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3D2E14D-3527-4212-7E79-1E2E471484CF}"/>
                    </a:ext>
                  </a:extLst>
                </p:cNvPr>
                <p:cNvSpPr txBox="1"/>
                <p:nvPr/>
              </p:nvSpPr>
              <p:spPr>
                <a:xfrm>
                  <a:off x="3443591" y="4759728"/>
                  <a:ext cx="78288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→−1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3D2E14D-3527-4212-7E79-1E2E47148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1" y="4759728"/>
                  <a:ext cx="782884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A1304DA2-8023-213B-E140-A61306F2FF0E}"/>
                    </a:ext>
                  </a:extLst>
                </p:cNvPr>
                <p:cNvSpPr txBox="1"/>
                <p:nvPr/>
              </p:nvSpPr>
              <p:spPr>
                <a:xfrm>
                  <a:off x="6340860" y="4759728"/>
                  <a:ext cx="11458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→−1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A1304DA2-8023-213B-E140-A61306F2FF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0860" y="4759728"/>
                  <a:ext cx="1145851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8469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6231</TotalTime>
  <Words>532</Words>
  <Application>Microsoft Office PowerPoint</Application>
  <PresentationFormat>Custom</PresentationFormat>
  <Paragraphs>129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Bauman</dc:creator>
  <cp:lastModifiedBy>Daniel Bauman</cp:lastModifiedBy>
  <cp:revision>7</cp:revision>
  <dcterms:created xsi:type="dcterms:W3CDTF">2025-09-18T19:15:46Z</dcterms:created>
  <dcterms:modified xsi:type="dcterms:W3CDTF">2026-01-25T02:01:27Z</dcterms:modified>
</cp:coreProperties>
</file>