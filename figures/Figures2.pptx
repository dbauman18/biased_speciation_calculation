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>
        <p:scale>
          <a:sx n="91" d="100"/>
          <a:sy n="91" d="100"/>
        </p:scale>
        <p:origin x="1648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9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000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80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265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143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674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123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99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140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170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76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D1AB06-7E12-4DA8-9C52-2EBED1DB239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380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1FDFD966-1D7C-0A5E-F6E8-19741F656601}"/>
              </a:ext>
            </a:extLst>
          </p:cNvPr>
          <p:cNvGrpSpPr/>
          <p:nvPr/>
        </p:nvGrpSpPr>
        <p:grpSpPr>
          <a:xfrm>
            <a:off x="558736" y="999875"/>
            <a:ext cx="6197727" cy="5594876"/>
            <a:chOff x="558736" y="999875"/>
            <a:chExt cx="6197727" cy="559487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8A91117-55A5-A30C-2FD1-2C5F600DA9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400" y="999876"/>
              <a:ext cx="2743200" cy="27432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566ABA0-A2E2-AEC0-05E6-A6DF40595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400" y="3851551"/>
              <a:ext cx="2743200" cy="27432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7153D4-01F0-2730-1E4F-7E07A1C7A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3263" y="3851551"/>
              <a:ext cx="2743200" cy="27432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02D94B3-9709-17C6-F033-7880ACD87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3263" y="999876"/>
              <a:ext cx="2743200" cy="27432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585566E-EC6E-55E6-BB6D-1D37E1F2B683}"/>
                    </a:ext>
                  </a:extLst>
                </p:cNvPr>
                <p:cNvSpPr txBox="1"/>
                <p:nvPr/>
              </p:nvSpPr>
              <p:spPr>
                <a:xfrm>
                  <a:off x="558737" y="1004670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/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/>
                          <m:t>a</m:t>
                        </m:r>
                        <m:r>
                          <a:rPr lang="en-US" sz="1400" b="0" i="0" smtClean="0"/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585566E-EC6E-55E6-BB6D-1D37E1F2B6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737" y="1004670"/>
                  <a:ext cx="355663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13793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4B0557-8E22-A403-3782-81A59933F4CC}"/>
                    </a:ext>
                  </a:extLst>
                </p:cNvPr>
                <p:cNvSpPr txBox="1"/>
                <p:nvPr/>
              </p:nvSpPr>
              <p:spPr>
                <a:xfrm>
                  <a:off x="3657600" y="1004670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/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/>
                          <m:t>b</m:t>
                        </m:r>
                        <m:r>
                          <a:rPr lang="en-US" sz="1400" b="0" i="0" smtClean="0"/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4B0557-8E22-A403-3782-81A59933F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7600" y="1004670"/>
                  <a:ext cx="3556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17241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FA5F41C-6E8C-C23D-77F0-60F171ABFD65}"/>
                    </a:ext>
                  </a:extLst>
                </p:cNvPr>
                <p:cNvSpPr txBox="1"/>
                <p:nvPr/>
              </p:nvSpPr>
              <p:spPr>
                <a:xfrm>
                  <a:off x="558737" y="3851551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/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/>
                          <m:t>c</m:t>
                        </m:r>
                        <m:r>
                          <a:rPr lang="en-US" sz="1400" b="0" i="0" smtClean="0"/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FA5F41C-6E8C-C23D-77F0-60F171ABFD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737" y="3851551"/>
                  <a:ext cx="355663" cy="307777"/>
                </a:xfrm>
                <a:prstGeom prst="rect">
                  <a:avLst/>
                </a:prstGeom>
                <a:blipFill>
                  <a:blip r:embed="rId8"/>
                  <a:stretch>
                    <a:fillRect r="-12069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5688856-0762-4483-6455-E5F2835B47AB}"/>
                    </a:ext>
                  </a:extLst>
                </p:cNvPr>
                <p:cNvSpPr txBox="1"/>
                <p:nvPr/>
              </p:nvSpPr>
              <p:spPr>
                <a:xfrm>
                  <a:off x="3657600" y="3851551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/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/>
                          <m:t>d</m:t>
                        </m:r>
                        <m:r>
                          <a:rPr lang="en-US" sz="1400" b="0" i="0" smtClean="0"/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5688856-0762-4483-6455-E5F2835B47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7600" y="3851551"/>
                  <a:ext cx="355663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17241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5F1C604-F98F-F105-0A44-3C6014921186}"/>
                </a:ext>
              </a:extLst>
            </p:cNvPr>
            <p:cNvSpPr/>
            <p:nvPr/>
          </p:nvSpPr>
          <p:spPr>
            <a:xfrm>
              <a:off x="558736" y="999875"/>
              <a:ext cx="6197727" cy="559487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55AC5A2-6048-8A8E-090F-452FBE8D17F2}"/>
                </a:ext>
              </a:extLst>
            </p:cNvPr>
            <p:cNvCxnSpPr>
              <a:cxnSpLocks/>
              <a:stCxn id="17" idx="0"/>
              <a:endCxn id="17" idx="2"/>
            </p:cNvCxnSpPr>
            <p:nvPr/>
          </p:nvCxnSpPr>
          <p:spPr>
            <a:xfrm>
              <a:off x="3657600" y="999875"/>
              <a:ext cx="0" cy="55948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A91E7A4-41FB-B1EE-3FFD-399D7F990D11}"/>
                </a:ext>
              </a:extLst>
            </p:cNvPr>
            <p:cNvCxnSpPr>
              <a:cxnSpLocks/>
              <a:stCxn id="17" idx="1"/>
              <a:endCxn id="17" idx="3"/>
            </p:cNvCxnSpPr>
            <p:nvPr/>
          </p:nvCxnSpPr>
          <p:spPr>
            <a:xfrm>
              <a:off x="558736" y="3797313"/>
              <a:ext cx="619772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0577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AC0CDC61-82D1-6247-2717-CC0BE33C8F0C}"/>
              </a:ext>
            </a:extLst>
          </p:cNvPr>
          <p:cNvGrpSpPr/>
          <p:nvPr/>
        </p:nvGrpSpPr>
        <p:grpSpPr>
          <a:xfrm>
            <a:off x="558736" y="999875"/>
            <a:ext cx="6197727" cy="2743201"/>
            <a:chOff x="558736" y="999875"/>
            <a:chExt cx="6197727" cy="274320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B8567C2-453B-5FDC-1426-5C0043BCDD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14400" y="999876"/>
              <a:ext cx="2743200" cy="27432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CE3A8AE-A952-11A1-8A22-9F7460503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13263" y="999876"/>
              <a:ext cx="2743200" cy="27432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797F057-5A9F-1366-CE78-F2915E6F5318}"/>
                    </a:ext>
                  </a:extLst>
                </p:cNvPr>
                <p:cNvSpPr txBox="1"/>
                <p:nvPr/>
              </p:nvSpPr>
              <p:spPr>
                <a:xfrm>
                  <a:off x="558737" y="1004670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/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/>
                          <m:t>a</m:t>
                        </m:r>
                        <m:r>
                          <a:rPr lang="en-US" sz="1400" b="0" i="0" smtClean="0"/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797F057-5A9F-1366-CE78-F2915E6F5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737" y="1004670"/>
                  <a:ext cx="3556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3793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FF9EB91-2EBF-C145-A48E-0BB3CE83DF27}"/>
                    </a:ext>
                  </a:extLst>
                </p:cNvPr>
                <p:cNvSpPr txBox="1"/>
                <p:nvPr/>
              </p:nvSpPr>
              <p:spPr>
                <a:xfrm>
                  <a:off x="3657600" y="1004670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/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/>
                          <m:t>b</m:t>
                        </m:r>
                        <m:r>
                          <a:rPr lang="en-US" sz="1400" b="0" i="0" smtClean="0"/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FF9EB91-2EBF-C145-A48E-0BB3CE83DF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7600" y="1004670"/>
                  <a:ext cx="3556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17241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23BC666-55DC-235C-8436-C423BC262509}"/>
                </a:ext>
              </a:extLst>
            </p:cNvPr>
            <p:cNvSpPr/>
            <p:nvPr/>
          </p:nvSpPr>
          <p:spPr>
            <a:xfrm>
              <a:off x="558736" y="999875"/>
              <a:ext cx="6197727" cy="2743201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BE3D406-B6D9-824A-59AF-632828ACA913}"/>
                </a:ext>
              </a:extLst>
            </p:cNvPr>
            <p:cNvCxnSpPr>
              <a:cxnSpLocks/>
              <a:stCxn id="11" idx="0"/>
              <a:endCxn id="11" idx="2"/>
            </p:cNvCxnSpPr>
            <p:nvPr/>
          </p:nvCxnSpPr>
          <p:spPr>
            <a:xfrm>
              <a:off x="3657600" y="999875"/>
              <a:ext cx="0" cy="274320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4029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786</TotalTime>
  <Words>18</Words>
  <Application>Microsoft Office PowerPoint</Application>
  <PresentationFormat>Custom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Bauman</dc:creator>
  <cp:lastModifiedBy>Daniel Bauman</cp:lastModifiedBy>
  <cp:revision>1</cp:revision>
  <dcterms:created xsi:type="dcterms:W3CDTF">2026-03-03T05:36:52Z</dcterms:created>
  <dcterms:modified xsi:type="dcterms:W3CDTF">2026-03-03T18:43:08Z</dcterms:modified>
</cp:coreProperties>
</file>